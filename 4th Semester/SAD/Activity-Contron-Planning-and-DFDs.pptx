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1" r:id="rId2"/>
  </p:sldMasterIdLst>
  <p:notesMasterIdLst>
    <p:notesMasterId r:id="rId18"/>
  </p:notesMasterIdLst>
  <p:sldIdLst>
    <p:sldId id="256" r:id="rId3"/>
    <p:sldId id="257" r:id="rId4"/>
    <p:sldId id="259" r:id="rId5"/>
    <p:sldId id="268" r:id="rId6"/>
    <p:sldId id="270" r:id="rId7"/>
    <p:sldId id="269" r:id="rId8"/>
    <p:sldId id="261" r:id="rId9"/>
    <p:sldId id="262" r:id="rId10"/>
    <p:sldId id="260" r:id="rId11"/>
    <p:sldId id="263" r:id="rId12"/>
    <p:sldId id="264" r:id="rId13"/>
    <p:sldId id="265" r:id="rId14"/>
    <p:sldId id="266" r:id="rId15"/>
    <p:sldId id="267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14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959E7-79FC-4C5E-A252-12556205F937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08BFB-7836-4DD6-8817-BDE54B985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E6DF-9D98-4BF6-A8EA-673757320F1A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7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CC560-7F73-427C-9EAA-8A0D960B6DF4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2036-307F-4799-8603-CECC10064966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5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FC7A6-E3C9-440C-9375-2BA281E531C6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6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C46AA-3C9C-46A3-8DEA-8AB60E206C77}" type="datetime1">
              <a:rPr lang="en-US" smtClean="0"/>
              <a:t>9/11/2018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19A2-C2AF-4BD3-AFD9-E3E8861A89FD}" type="datetime1">
              <a:rPr lang="en-US" smtClean="0"/>
              <a:t>9/11/2018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1DB4-6819-4E2E-9834-C2ABDE5AC4DD}" type="datetime1">
              <a:rPr lang="en-US" smtClean="0"/>
              <a:t>9/11/2018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15CA-40BE-4256-A64E-F8C2509D3D5C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D052D-515F-4283-BD02-85180426289A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3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6BD3-6E4D-4888-82D1-75BA2D03A517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2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BEA-9D3D-4F4E-BE9E-DEEFFC9904D4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833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700D-E5F5-4AE0-87AD-A261EABE6DC6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81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C45D-6D47-4964-8DB4-52777ADB8A8C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82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B833-7B91-4204-ADA4-08067CDC0281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27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06BFB-F6A9-4D83-B3A9-6E9D0A8BB0BA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4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CC9A-4D17-4468-BAF1-44A6A439058F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63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1D4F-66C4-458E-99F2-95EC75FEABB7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41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28DC-90F2-4549-82A7-3B71DD47F148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95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6C765-361F-49F3-A39D-34D35D33809E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176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1EE44-FFA8-48AE-808E-0E53D990535D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62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9D70-DE90-4A7D-8C42-46006A7FAC73}" type="datetime1">
              <a:rPr lang="en-US" smtClean="0"/>
              <a:t>9/11/2018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846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8F5-B28D-45FC-B5A5-00D817C28D99}" type="datetime1">
              <a:rPr lang="en-US" smtClean="0"/>
              <a:t>9/11/2018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2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CEC-5A16-4DD0-842C-F71D280674E9}" type="datetime1">
              <a:rPr lang="en-US" smtClean="0"/>
              <a:t>9/11/2018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10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0A7D-407C-4850-B9FC-D6955E4BF702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614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7648-08BF-4325-AAA3-E83917EDC823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64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60B1-D596-4043-B119-5B33055C2ED9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933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A70-168A-411C-AC08-3F7CA801C4F4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9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6766-5E78-4462-BF8D-BAB1F7AF45F6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772BE-E225-4EB8-A82E-E60E1A054587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7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5029" y="2504252"/>
            <a:ext cx="8915399" cy="1794409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Control, Planning and Data Flow Diagrams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5029" y="4298661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CSE 4408 – System Analysis and Design Lab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555029" y="2035880"/>
            <a:ext cx="7766936" cy="4683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6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Composition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35598"/>
              </p:ext>
            </p:extLst>
          </p:nvPr>
        </p:nvGraphicFramePr>
        <p:xfrm>
          <a:off x="2592925" y="3005271"/>
          <a:ext cx="89154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 Name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 ID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Mohammad Ishrak</a:t>
                      </a:r>
                      <a:r>
                        <a:rPr lang="en-US" sz="2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Abedin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160041051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Shakleen</a:t>
                      </a:r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Ishfar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160041029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Anika </a:t>
                      </a:r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Tasnim</a:t>
                      </a:r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Preoty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160041044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59230" y="2494585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Planning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2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4936" y="575984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884" y="1576137"/>
            <a:ext cx="9986211" cy="468028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79884" y="219126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A.</a:t>
            </a:r>
            <a:endParaRPr lang="en-US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494311" y="2456071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</a:t>
            </a:r>
            <a:r>
              <a:rPr lang="en-US" sz="1400" b="1" dirty="0" smtClean="0"/>
              <a:t>.</a:t>
            </a:r>
            <a:endParaRPr lang="en-US" sz="1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461116" y="3038269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</a:t>
            </a:r>
            <a:r>
              <a:rPr lang="en-US" sz="1400" b="1" dirty="0" smtClean="0"/>
              <a:t>.</a:t>
            </a:r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67528" y="3331283"/>
            <a:ext cx="359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D</a:t>
            </a:r>
            <a:r>
              <a:rPr lang="en-US" sz="1400" b="1" dirty="0" smtClean="0"/>
              <a:t>.</a:t>
            </a:r>
            <a:endParaRPr lang="en-US" sz="1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79884" y="3900975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</a:t>
            </a:r>
            <a:r>
              <a:rPr lang="en-US" sz="1400" b="1" dirty="0" smtClean="0"/>
              <a:t>.</a:t>
            </a:r>
            <a:endParaRPr lang="en-US" sz="1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498652" y="4192200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</a:t>
            </a:r>
            <a:r>
              <a:rPr lang="en-US" sz="1400" b="1" dirty="0" smtClean="0"/>
              <a:t>.</a:t>
            </a:r>
            <a:endParaRPr 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479884" y="4762598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G</a:t>
            </a:r>
            <a:r>
              <a:rPr lang="en-US" sz="1400" b="1" dirty="0" smtClean="0"/>
              <a:t>.</a:t>
            </a:r>
            <a:endParaRPr lang="en-US" sz="1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86199" y="5041699"/>
            <a:ext cx="356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</a:t>
            </a:r>
            <a:r>
              <a:rPr lang="en-US" sz="1400" b="1" dirty="0" smtClean="0"/>
              <a:t>.</a:t>
            </a:r>
            <a:endParaRPr 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512412" y="56285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I</a:t>
            </a:r>
            <a:r>
              <a:rPr lang="en-US" sz="1400" b="1" dirty="0" smtClean="0"/>
              <a:t>.</a:t>
            </a:r>
            <a:endParaRPr lang="en-US" sz="1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485160" y="591980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J.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4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4028" y="574683"/>
            <a:ext cx="8911687" cy="1280890"/>
          </a:xfrm>
        </p:spPr>
        <p:txBody>
          <a:bodyPr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PERT Diagram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3" y="2482792"/>
            <a:ext cx="8915400" cy="307986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580237" y="4670854"/>
            <a:ext cx="551935" cy="510746"/>
          </a:xfrm>
          <a:prstGeom prst="ellipse">
            <a:avLst/>
          </a:prstGeom>
          <a:solidFill>
            <a:srgbClr val="C1E4F7"/>
          </a:solidFill>
          <a:ln>
            <a:solidFill>
              <a:srgbClr val="C1E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677309" y="4787727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1538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59230" y="2494585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3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985962"/>
            <a:ext cx="11077575" cy="288607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8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Zero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955" y="1310640"/>
            <a:ext cx="7706090" cy="510957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7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41" y="1572204"/>
            <a:ext cx="10790318" cy="491932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0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" y="1422400"/>
            <a:ext cx="10549890" cy="510738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9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91" y="1310640"/>
            <a:ext cx="10637617" cy="521366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4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66" y="1513427"/>
            <a:ext cx="10233467" cy="501065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9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82" y="1310640"/>
            <a:ext cx="10846435" cy="510305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6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69" y="2151664"/>
            <a:ext cx="11483262" cy="309299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1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95700" y="3017520"/>
            <a:ext cx="49301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pPr algn="ctr"/>
            <a:r>
              <a:rPr lang="en-US" sz="5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lang="en-US" sz="5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4168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237</TotalTime>
  <Words>104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Times New Roman</vt:lpstr>
      <vt:lpstr>Wingdings 3</vt:lpstr>
      <vt:lpstr>Wisp</vt:lpstr>
      <vt:lpstr>Office Theme</vt:lpstr>
      <vt:lpstr>Activity Control, Planning and Data Flow Diagrams</vt:lpstr>
      <vt:lpstr>Team Composition</vt:lpstr>
      <vt:lpstr>Activity Planning</vt:lpstr>
      <vt:lpstr>Gantt Chart</vt:lpstr>
      <vt:lpstr>PERT Diagram</vt:lpstr>
      <vt:lpstr>Data Flow Diagrams</vt:lpstr>
      <vt:lpstr>Context Diagram</vt:lpstr>
      <vt:lpstr>Zero Diagram</vt:lpstr>
      <vt:lpstr>Diagram 1</vt:lpstr>
      <vt:lpstr>Diagram 2</vt:lpstr>
      <vt:lpstr>Diagram 3</vt:lpstr>
      <vt:lpstr>Diagram 4</vt:lpstr>
      <vt:lpstr>Diagram 6</vt:lpstr>
      <vt:lpstr>Diagram 7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of existing systems in IUT</dc:title>
  <dc:creator>Ishrak Abedin</dc:creator>
  <cp:lastModifiedBy>Ishrak</cp:lastModifiedBy>
  <cp:revision>21</cp:revision>
  <dcterms:created xsi:type="dcterms:W3CDTF">2018-07-09T15:03:11Z</dcterms:created>
  <dcterms:modified xsi:type="dcterms:W3CDTF">2018-09-11T09:08:43Z</dcterms:modified>
</cp:coreProperties>
</file>