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3"/>
  </p:notesMasterIdLst>
  <p:sldIdLst>
    <p:sldId id="256" r:id="rId2"/>
    <p:sldId id="257" r:id="rId3"/>
    <p:sldId id="259" r:id="rId4"/>
    <p:sldId id="275" r:id="rId5"/>
    <p:sldId id="269" r:id="rId6"/>
    <p:sldId id="278" r:id="rId7"/>
    <p:sldId id="272" r:id="rId8"/>
    <p:sldId id="276" r:id="rId9"/>
    <p:sldId id="273" r:id="rId10"/>
    <p:sldId id="27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C1E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959E7-79FC-4C5E-A252-12556205F937}" type="datetimeFigureOut">
              <a:rPr lang="en-US" smtClean="0"/>
              <a:t>10/2/2018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08BFB-7836-4DD6-8817-BDE54B985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E6DF-9D98-4BF6-A8EA-673757320F1A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7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CC560-7F73-427C-9EAA-8A0D960B6DF4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2036-307F-4799-8603-CECC10064966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C7A6-E3C9-440C-9375-2BA281E531C6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C46AA-3C9C-46A3-8DEA-8AB60E206C77}" type="datetime1">
              <a:rPr lang="en-US" smtClean="0"/>
              <a:t>10/2/2018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319A2-C2AF-4BD3-AFD9-E3E8861A89FD}" type="datetime1">
              <a:rPr lang="en-US" smtClean="0"/>
              <a:t>10/2/2018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1DB4-6819-4E2E-9834-C2ABDE5AC4DD}" type="datetime1">
              <a:rPr lang="en-US" smtClean="0"/>
              <a:t>10/2/2018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15CA-40BE-4256-A64E-F8C2509D3D5C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052D-515F-4283-BD02-85180426289A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6BD3-6E4D-4888-82D1-75BA2D03A517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BEA-9D3D-4F4E-BE9E-DEEFFC9904D4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33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700D-E5F5-4AE0-87AD-A261EABE6DC6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1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C45D-6D47-4964-8DB4-52777ADB8A8C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82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B833-7B91-4204-ADA4-08067CDC0281}" type="datetime1">
              <a:rPr lang="en-US" smtClean="0"/>
              <a:t>10/2/2018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27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06BFB-F6A9-4D83-B3A9-6E9D0A8BB0BA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CC9A-4D17-4468-BAF1-44A6A439058F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6766-5E78-4462-BF8D-BAB1F7AF45F6}" type="datetime1">
              <a:rPr lang="en-US" smtClean="0"/>
              <a:t>10/2/2018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993BFD-0111-4BBA-A421-12AC25DD6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5029" y="2504252"/>
            <a:ext cx="8915399" cy="179440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5029" y="4298661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CSE 4408 – System Analysis and Design Lab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555029" y="2035880"/>
            <a:ext cx="7766936" cy="4683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36109" y="3072714"/>
            <a:ext cx="202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System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6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Composition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35598"/>
              </p:ext>
            </p:extLst>
          </p:nvPr>
        </p:nvGraphicFramePr>
        <p:xfrm>
          <a:off x="2592925" y="3005271"/>
          <a:ext cx="89154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Name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ID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Ishrak</a:t>
                      </a:r>
                      <a:r>
                        <a:rPr lang="en-US" sz="2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Abedin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160041051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Shakleen</a:t>
                      </a: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Ishfar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160041029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Anika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Tasnim</a:t>
                      </a: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Preoty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160041044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2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4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053" y="0"/>
            <a:ext cx="9441947" cy="6858000"/>
          </a:xfrm>
        </p:spPr>
      </p:pic>
    </p:spTree>
    <p:extLst>
      <p:ext uri="{BB962C8B-B14F-4D97-AF65-F5344CB8AC3E}">
        <p14:creationId xmlns:p14="http://schemas.microsoft.com/office/powerpoint/2010/main" val="324787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3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6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335" y="127099"/>
            <a:ext cx="6516131" cy="6448907"/>
          </a:xfrm>
        </p:spPr>
      </p:pic>
    </p:spTree>
    <p:extLst>
      <p:ext uri="{BB962C8B-B14F-4D97-AF65-F5344CB8AC3E}">
        <p14:creationId xmlns:p14="http://schemas.microsoft.com/office/powerpoint/2010/main" val="2054671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4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8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411" y="0"/>
            <a:ext cx="9278471" cy="6623222"/>
          </a:xfrm>
        </p:spPr>
      </p:pic>
    </p:spTree>
    <p:extLst>
      <p:ext uri="{BB962C8B-B14F-4D97-AF65-F5344CB8AC3E}">
        <p14:creationId xmlns:p14="http://schemas.microsoft.com/office/powerpoint/2010/main" val="379234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59230" y="2494585"/>
            <a:ext cx="8915399" cy="14688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8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10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40" y="272808"/>
            <a:ext cx="8056605" cy="6585192"/>
          </a:xfrm>
        </p:spPr>
      </p:pic>
    </p:spTree>
    <p:extLst>
      <p:ext uri="{BB962C8B-B14F-4D97-AF65-F5344CB8AC3E}">
        <p14:creationId xmlns:p14="http://schemas.microsoft.com/office/powerpoint/2010/main" val="384512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3BFD-0111-4BBA-A421-12AC25DD6499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95700" y="3017520"/>
            <a:ext cx="4930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4168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527</TotalTime>
  <Words>56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Wisp</vt:lpstr>
      <vt:lpstr>UML Diagrams</vt:lpstr>
      <vt:lpstr>Team Composition</vt:lpstr>
      <vt:lpstr>Use Case Diagram</vt:lpstr>
      <vt:lpstr>PowerPoint Presentation</vt:lpstr>
      <vt:lpstr>Activity Diagram</vt:lpstr>
      <vt:lpstr>PowerPoint Presentation</vt:lpstr>
      <vt:lpstr>Sequence Diagram</vt:lpstr>
      <vt:lpstr>PowerPoint Presentation</vt:lpstr>
      <vt:lpstr>Class Diagram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of existing systems in IUT</dc:title>
  <dc:creator>Ishrak Abedin</dc:creator>
  <cp:lastModifiedBy>Ishrak</cp:lastModifiedBy>
  <cp:revision>34</cp:revision>
  <dcterms:created xsi:type="dcterms:W3CDTF">2018-07-09T15:03:11Z</dcterms:created>
  <dcterms:modified xsi:type="dcterms:W3CDTF">2018-10-02T09:08:13Z</dcterms:modified>
</cp:coreProperties>
</file>