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74" r:id="rId6"/>
    <p:sldId id="263" r:id="rId7"/>
    <p:sldId id="260" r:id="rId8"/>
    <p:sldId id="264" r:id="rId9"/>
    <p:sldId id="265" r:id="rId10"/>
    <p:sldId id="271" r:id="rId11"/>
    <p:sldId id="259" r:id="rId12"/>
    <p:sldId id="268" r:id="rId13"/>
    <p:sldId id="272" r:id="rId14"/>
    <p:sldId id="261" r:id="rId15"/>
    <p:sldId id="275" r:id="rId16"/>
    <p:sldId id="270" r:id="rId17"/>
    <p:sldId id="26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30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647C5-3DE9-40DA-8CEF-5E787D209B2E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1F288-23E4-4B21-8CA2-E3CF3670C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4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A1F288-23E4-4B21-8CA2-E3CF3670CD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47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EE5EF-6394-4F50-A421-3F55EC71C24C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B91A-037C-4513-9E8E-3365EC7A022F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1985A-1A24-4674-B71A-84145D15D409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6C837-99AF-445A-BC13-6B93EC08B9A4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562E-05CF-4581-B4C7-DCD403278E41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4AF1-8712-460F-99FC-438482BA0A40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9F7F-DFED-41FE-B9ED-1CC27D0C065F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FC46-8EF0-4A04-8ECD-062430E32F56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44FD-08F4-4D9D-A85F-B4A6677F8D91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21DE6-99E2-49AA-A477-B041EFED7874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40D-5EFF-48E0-BB18-2348B6D7809D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8E0A1-6A85-455C-A162-00E9042528FB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E89C-FB6A-4E3F-BA3B-E63D8CAFAE8F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6286C-BF3F-417C-B166-ABF20DE6FD30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42FCD-74CD-4A9C-AB6C-8B069234EB17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6D4-94E5-4DA2-99F2-CA6E955D5D01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6170E-9E05-455D-B017-581A4E763446}" type="datetime1">
              <a:rPr lang="en-US" smtClean="0"/>
              <a:t>7/24/2018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334126"/>
            <a:ext cx="8915399" cy="2443255"/>
          </a:xfrm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Attendance and Female Hall </a:t>
            </a:r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Form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1552074"/>
            <a:ext cx="8915399" cy="48694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 presentation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741613" y="4929779"/>
            <a:ext cx="8915399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CSE 4408 -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Lab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968" y="636142"/>
            <a:ext cx="8911687" cy="128089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Composition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922108"/>
              </p:ext>
            </p:extLst>
          </p:nvPr>
        </p:nvGraphicFramePr>
        <p:xfrm>
          <a:off x="2273968" y="2133598"/>
          <a:ext cx="8121315" cy="2125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395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ID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395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Ishrak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Abedin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160041051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395">
                <a:tc>
                  <a:txBody>
                    <a:bodyPr/>
                    <a:lstStyle/>
                    <a:p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Shakleen</a:t>
                      </a: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Ishfar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160041029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395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Anika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Tasnim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Preoty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160041044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8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Statuesque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ime wasted in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of huge class size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way to authenticate the presence of students. 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excessive paperwork  for female students to leave halls of residence hence no way of emergency leave from campus.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0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current attendance system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taking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prone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91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leave form system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 fill-up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requires more time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prone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submission at multiple places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keep track of forms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99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618" y="2322361"/>
            <a:ext cx="8915399" cy="146880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Economical Feasibility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68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54658"/>
            <a:ext cx="8915400" cy="431662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Kits (SDK)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SDK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SDK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Development Environment (IDE)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 free to use for the students of IUT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Swing/ FX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58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807" y="1738184"/>
            <a:ext cx="8915400" cy="4703805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the new system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debugging the developed system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Routers and networks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attendance system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IUT Server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 store information regarding attendance system and leave forms for female students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42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 and Debuggers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primary stage, we will be designing the systems alongside testing and debugging it. 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closed beta stage, selected students and teachers will be trying out and testing the features.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open beta stage, any student or teacher of IUT are eligible to use and test the system.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4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0358" y="2412977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03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possibility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196" y="2174790"/>
            <a:ext cx="8915400" cy="377762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automation systems are being used in many institutions and enterprises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Manchester Metropolitan University (MMU)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form fill up and authorization is used in offices and institutions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IUT admission exam registration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4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Abilities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1374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course in 4</a:t>
            </a:r>
            <a:r>
              <a:rPr lang="en-US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 that will provide us with the necessary  knowledge and technical skill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acquired from working on prior development projects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02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76" y="2322361"/>
            <a:ext cx="9667573" cy="1468800"/>
          </a:xfrm>
        </p:spPr>
        <p:txBody>
          <a:bodyPr>
            <a:no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88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Systems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075" y="1712494"/>
            <a:ext cx="8915400" cy="3777622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operating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  <a:p>
            <a:pPr lvl="1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 operating system</a:t>
            </a:r>
          </a:p>
          <a:p>
            <a:pPr lvl="1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5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075" y="1712494"/>
            <a:ext cx="8915400" cy="3777622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UI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ntuitive controls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6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at hand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Saves the teacher from having to manually take attendance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Enables the female students to easily submit leave forms when leaving the hall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task approving leave forms easy and time saving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6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8840" y="2645416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US" sz="8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8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258</TotalTime>
  <Words>401</Words>
  <Application>Microsoft Office PowerPoint</Application>
  <PresentationFormat>Widescreen</PresentationFormat>
  <Paragraphs>96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 3</vt:lpstr>
      <vt:lpstr>Wisp</vt:lpstr>
      <vt:lpstr>Automation of Attendance and Female Hall Leave Form System </vt:lpstr>
      <vt:lpstr>Team Composition</vt:lpstr>
      <vt:lpstr>Problems with Statuesque</vt:lpstr>
      <vt:lpstr>Problems with current attendance system</vt:lpstr>
      <vt:lpstr>Problems with leave form system</vt:lpstr>
      <vt:lpstr>Economical Feasibility</vt:lpstr>
      <vt:lpstr>Software Requirements</vt:lpstr>
      <vt:lpstr>Hardware Requirements</vt:lpstr>
      <vt:lpstr>Developers and Debuggers</vt:lpstr>
      <vt:lpstr>Technical Feasibility</vt:lpstr>
      <vt:lpstr>Development possibility</vt:lpstr>
      <vt:lpstr>Technical Abilities</vt:lpstr>
      <vt:lpstr>Operational Feasibility</vt:lpstr>
      <vt:lpstr>Supported Systems</vt:lpstr>
      <vt:lpstr>User Interface</vt:lpstr>
      <vt:lpstr>Automation at hand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Preoty Tasnim</dc:creator>
  <cp:lastModifiedBy>Ishrak</cp:lastModifiedBy>
  <cp:revision>159</cp:revision>
  <dcterms:created xsi:type="dcterms:W3CDTF">2018-07-23T17:12:02Z</dcterms:created>
  <dcterms:modified xsi:type="dcterms:W3CDTF">2018-07-24T09:42:48Z</dcterms:modified>
</cp:coreProperties>
</file>