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10"/>
  </p:notes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77" d="100"/>
          <a:sy n="77" d="100"/>
        </p:scale>
        <p:origin x="9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08363-838A-487C-8F17-CDC9147186B1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8AA38-D925-4A31-AA43-21D5B2000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8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35C7C-8F25-4FEB-BD70-9BA767E1A872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03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3ECB8-71BC-4FA1-80F5-A2B9BA45D6BC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9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AFBDE-723A-4C39-85B4-A9D69C079381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2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8C75-FD95-4768-9778-2CD0CD52B951}" type="datetime1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0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07228-B2A5-46A1-9D33-C6F8A668A9A9}" type="datetime1">
              <a:rPr lang="en-US" smtClean="0"/>
              <a:t>7/15/2019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0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7CEA3-8490-47A4-A2C1-203877C41140}" type="datetime1">
              <a:rPr lang="en-US" smtClean="0"/>
              <a:t>7/15/2019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0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12AD-6B7A-4313-834B-94253E2F0CFE}" type="datetime1">
              <a:rPr lang="en-US" smtClean="0"/>
              <a:t>7/15/2019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7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0FFD8-A425-4965-9CF1-994FCAEDA52F}" type="datetime1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3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B206-45A4-4670-AEB0-A8FD22E28694}" type="datetime1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3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DADB-36AF-460F-B47D-C4876ABA9926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6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A298-75A0-4865-8BBB-FA890196D438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07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B2AC-07F8-4316-AA33-C16DBBC223C1}" type="datetime1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7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390F-1D45-40C9-AC74-DFF706804A8D}" type="datetime1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1702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DC00-7B3C-47C2-BBB6-9C6846BAE6E0}" type="datetime1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42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CBD8-71C5-4E0D-9E02-B67C2AAD8FE9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76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62442-4980-4583-8DE8-5DFDEB4EACE1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2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6CF9A-9A90-44FE-9C0A-DCCB040DCBE9}" type="datetime1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1F5A77-F3B8-4D04-9000-946566D34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explore.ieee.org/document/7752349" TargetMode="External"/><Relationship Id="rId2" Type="http://schemas.openxmlformats.org/officeDocument/2006/relationships/hyperlink" Target="https://ieeeexplore.ieee.org/document/866957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explore.ieee.org/document/729801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\\VBOXSVR\Personal\Academic%20Study\Labs\6th%20Semester\Design%20Project\Papers\data-mining-methods-for-detection-of-new-malicious-executables.pdf" TargetMode="External"/><Relationship Id="rId2" Type="http://schemas.openxmlformats.org/officeDocument/2006/relationships/hyperlink" Target="file:///\\VBOXSVR\Personal\Academic%20Study\Labs\6th%20Semester\Design%20Project\Papers\Darknet-and-Deepnet-Mining-for-ProactiveCybersecurity-Threat-Intelligence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\\VBOXSVR\Personal\Academic%20Study\Labs\6th%20Semester\Design%20Project\Papers\Fake%20News%20Detection\Active%20Learning%20Based%20News%20Veracity%20Detection%20with%20Feature%20Weighting%20and%20Deep-Shallow%20Fusion.pdf" TargetMode="External"/><Relationship Id="rId2" Type="http://schemas.openxmlformats.org/officeDocument/2006/relationships/hyperlink" Target="file:///\\VBOXSVR\Personal\Academic%20Study\Labs\6th%20Semester\Design%20Project\Papers\Fake%20News%20Detection\Classifying%20Fake%20News%20Articles%20Using%20Natural%20Language%20Processing%20to%20Identify%20In-Article%20Attribution%20as%20a%20Supervised%20Learning%20Estimator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\\VBOXSVR\Personal\Academic%20Study\Labs\6th%20Semester\Design%20Project\Papers\Fake%20News%20Detection\Fake%20News%20Detection%20on%20Social%20Media%20A%20Data%20Mining%20Perspective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146F-9585-4845-8108-D3BB9370E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and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CFCF0-B0AD-417B-8B37-38600C16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9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B6FE-7095-4BC9-AFFF-6A70F928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64B0-1773-4FA9-B3B8-9A21BE217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Sadman</a:t>
            </a:r>
            <a:r>
              <a:rPr lang="en-US" sz="2400" dirty="0"/>
              <a:t> </a:t>
            </a:r>
            <a:r>
              <a:rPr lang="en-US" sz="2400" dirty="0" err="1"/>
              <a:t>Muhib</a:t>
            </a:r>
            <a:r>
              <a:rPr lang="en-US" sz="2400" dirty="0"/>
              <a:t> - 160041025</a:t>
            </a:r>
          </a:p>
          <a:p>
            <a:r>
              <a:rPr lang="en-US" sz="2400" dirty="0" err="1"/>
              <a:t>Shakleen</a:t>
            </a:r>
            <a:r>
              <a:rPr lang="en-US" sz="2400" dirty="0"/>
              <a:t> </a:t>
            </a:r>
            <a:r>
              <a:rPr lang="en-US" sz="2400" dirty="0" err="1"/>
              <a:t>Ishfar</a:t>
            </a:r>
            <a:r>
              <a:rPr lang="en-US" sz="2400" dirty="0"/>
              <a:t> – 160041029</a:t>
            </a:r>
          </a:p>
          <a:p>
            <a:r>
              <a:rPr lang="en-US" sz="2400" dirty="0"/>
              <a:t>A. K. M. Nahid Hasan - 160041043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223B1-445F-4BB7-BAAF-3021341F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4D93-2922-4A86-87F0-0967889A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Interested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B5D8-4008-4B41-B9CF-A536F892B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Social media analytics</a:t>
            </a:r>
          </a:p>
          <a:p>
            <a:r>
              <a:rPr lang="en-US" sz="2400" dirty="0"/>
              <a:t>Fake news detection</a:t>
            </a:r>
          </a:p>
          <a:p>
            <a:r>
              <a:rPr lang="en-US" sz="2400" dirty="0"/>
              <a:t>Malware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7EE92-C91B-4D4C-85AA-4758177B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2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6022-E9E1-4454-8FBD-2D10FC6B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7A410-16A9-483E-A77C-8261D4BF2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Papers of individual 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82B91-0A44-4B34-913D-2C5C5E23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9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ABCF-7AC2-4729-9145-AD977F66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7CEF-4E6E-4CA6-8FBB-E5B67742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Customer classification</a:t>
            </a:r>
            <a:endParaRPr lang="en-US" sz="2400" dirty="0"/>
          </a:p>
          <a:p>
            <a:r>
              <a:rPr lang="en-US" sz="2400" dirty="0">
                <a:hlinkClick r:id="rId3"/>
              </a:rPr>
              <a:t>Big data mining for friend recommendation</a:t>
            </a:r>
            <a:endParaRPr lang="en-US" sz="2400" dirty="0"/>
          </a:p>
          <a:p>
            <a:r>
              <a:rPr lang="en-US" sz="2400" dirty="0">
                <a:hlinkClick r:id="rId4"/>
              </a:rPr>
              <a:t>Making knowledge discovery scalable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DED0C-7B4F-4B33-8BB0-49512ECA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7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8EFA-B405-4875-AA76-F3B2E252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A58D-4EDB-4C7D-BB80-EB8052D58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 action="ppaction://hlinkfile"/>
              </a:rPr>
              <a:t>Darknet and Deep Net Mining for Proactive Cybersecurity Threat Intelligence</a:t>
            </a:r>
            <a:endParaRPr lang="en-US" sz="2400" dirty="0"/>
          </a:p>
          <a:p>
            <a:r>
              <a:rPr lang="en-US" sz="2400" dirty="0">
                <a:hlinkClick r:id="rId3" action="ppaction://hlinkfile"/>
              </a:rPr>
              <a:t>Data Mining Methods for Detection of New Malicious Executables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19C8C-2233-421D-A77F-73BDDA86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3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83F6-388B-4310-8AEC-B15EEA5B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News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4BED8-058B-4623-BEEE-D40EF569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 action="ppaction://hlinkfile"/>
              </a:rPr>
              <a:t>Classifying Fake News Articles Using Natural Language Processing to Identify In-Article Attribution as a Supervised Learning Estimator </a:t>
            </a:r>
            <a:endParaRPr lang="en-US" sz="2400" dirty="0"/>
          </a:p>
          <a:p>
            <a:r>
              <a:rPr lang="en-US" sz="2400" dirty="0">
                <a:hlinkClick r:id="rId3" action="ppaction://hlinkfile"/>
              </a:rPr>
              <a:t>Active Learning Based News Veracity Detection with Feature Weighting and Deep-Shallow Fusion</a:t>
            </a:r>
            <a:endParaRPr lang="en-US" sz="2400" dirty="0"/>
          </a:p>
          <a:p>
            <a:r>
              <a:rPr lang="en-US" sz="2400" dirty="0">
                <a:hlinkClick r:id="rId4" action="ppaction://hlinkfile"/>
              </a:rPr>
              <a:t>Fake News Detection on Social Media A Data Mining Perspective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CDA98-F54B-43D1-B04F-5A5D60ED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5DF918-377B-4BA8-A6DC-DB2E637649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02ED-FA52-4782-AF72-FBE75ACD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A77-F3B8-4D04-9000-946566D346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367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</TotalTime>
  <Words>127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Wisp</vt:lpstr>
      <vt:lpstr>Network and Data Analysis</vt:lpstr>
      <vt:lpstr>Team Composition</vt:lpstr>
      <vt:lpstr>Interested Topics</vt:lpstr>
      <vt:lpstr>Papers</vt:lpstr>
      <vt:lpstr>Social Media Analytics</vt:lpstr>
      <vt:lpstr>Malware Detection</vt:lpstr>
      <vt:lpstr>Fake News Detection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and Data Analysis</dc:title>
  <dc:creator>Ishrak</dc:creator>
  <cp:lastModifiedBy>Ishrak</cp:lastModifiedBy>
  <cp:revision>15</cp:revision>
  <dcterms:created xsi:type="dcterms:W3CDTF">2019-07-16T00:16:32Z</dcterms:created>
  <dcterms:modified xsi:type="dcterms:W3CDTF">2019-07-16T00:55:54Z</dcterms:modified>
</cp:coreProperties>
</file>