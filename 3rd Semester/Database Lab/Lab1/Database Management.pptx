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85A8D3-0A15-4D4F-88D5-DF9BCAC4DAF1}" type="doc">
      <dgm:prSet loTypeId="urn:microsoft.com/office/officeart/2005/8/layout/hList7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E45A2E3-FB54-4862-BEB8-0D9C19569273}">
      <dgm:prSet phldrT="[Text]"/>
      <dgm:spPr/>
      <dgm:t>
        <a:bodyPr/>
        <a:lstStyle/>
        <a:p>
          <a:r>
            <a:rPr lang="en-US" b="1" dirty="0" smtClean="0"/>
            <a:t>Reservation System</a:t>
          </a:r>
          <a:endParaRPr lang="en-US" b="1" dirty="0"/>
        </a:p>
      </dgm:t>
    </dgm:pt>
    <dgm:pt modelId="{23BA33BD-C1E2-44C7-8AA1-52034343E2B1}" type="parTrans" cxnId="{415D7E63-F5E3-4571-87F6-684EB3C785C0}">
      <dgm:prSet/>
      <dgm:spPr/>
      <dgm:t>
        <a:bodyPr/>
        <a:lstStyle/>
        <a:p>
          <a:endParaRPr lang="en-US"/>
        </a:p>
      </dgm:t>
    </dgm:pt>
    <dgm:pt modelId="{A6003E16-9D37-4D38-BCEE-3F3C09F8F1BA}" type="sibTrans" cxnId="{415D7E63-F5E3-4571-87F6-684EB3C785C0}">
      <dgm:prSet/>
      <dgm:spPr/>
      <dgm:t>
        <a:bodyPr/>
        <a:lstStyle/>
        <a:p>
          <a:endParaRPr lang="en-US"/>
        </a:p>
      </dgm:t>
    </dgm:pt>
    <dgm:pt modelId="{527C0484-3AD6-4491-B4F2-3E4097914C88}">
      <dgm:prSet phldrT="[Text]"/>
      <dgm:spPr/>
      <dgm:t>
        <a:bodyPr/>
        <a:lstStyle/>
        <a:p>
          <a:r>
            <a:rPr lang="en-US" b="1" dirty="0" smtClean="0"/>
            <a:t>Management</a:t>
          </a:r>
          <a:endParaRPr lang="en-US" b="1" dirty="0"/>
        </a:p>
      </dgm:t>
    </dgm:pt>
    <dgm:pt modelId="{04ACCEAD-D03D-49DE-954B-C8FCA2660DD7}" type="parTrans" cxnId="{E3D16FA9-93E7-46DF-A324-E7B1D032187D}">
      <dgm:prSet/>
      <dgm:spPr/>
      <dgm:t>
        <a:bodyPr/>
        <a:lstStyle/>
        <a:p>
          <a:endParaRPr lang="en-US"/>
        </a:p>
      </dgm:t>
    </dgm:pt>
    <dgm:pt modelId="{5E1C3F95-3336-4BD1-8376-4FEE1E2F41C8}" type="sibTrans" cxnId="{E3D16FA9-93E7-46DF-A324-E7B1D032187D}">
      <dgm:prSet/>
      <dgm:spPr/>
      <dgm:t>
        <a:bodyPr/>
        <a:lstStyle/>
        <a:p>
          <a:endParaRPr lang="en-US"/>
        </a:p>
      </dgm:t>
    </dgm:pt>
    <dgm:pt modelId="{FA882951-3D1E-4479-A181-3B1CD558DE3F}">
      <dgm:prSet phldrT="[Text]"/>
      <dgm:spPr/>
      <dgm:t>
        <a:bodyPr/>
        <a:lstStyle/>
        <a:p>
          <a:r>
            <a:rPr lang="en-US" b="1" dirty="0" smtClean="0"/>
            <a:t>Economy</a:t>
          </a:r>
          <a:endParaRPr lang="en-US" b="1" dirty="0"/>
        </a:p>
      </dgm:t>
    </dgm:pt>
    <dgm:pt modelId="{4A3D4B8B-2F84-47E2-9735-1F66E2EB2E18}" type="parTrans" cxnId="{9C803E4E-8EC0-4F57-8934-1052098D3E7F}">
      <dgm:prSet/>
      <dgm:spPr/>
      <dgm:t>
        <a:bodyPr/>
        <a:lstStyle/>
        <a:p>
          <a:endParaRPr lang="en-US"/>
        </a:p>
      </dgm:t>
    </dgm:pt>
    <dgm:pt modelId="{AE36B5D5-4286-4DCB-B50C-2601C8BC2DE6}" type="sibTrans" cxnId="{9C803E4E-8EC0-4F57-8934-1052098D3E7F}">
      <dgm:prSet/>
      <dgm:spPr/>
      <dgm:t>
        <a:bodyPr/>
        <a:lstStyle/>
        <a:p>
          <a:endParaRPr lang="en-US"/>
        </a:p>
      </dgm:t>
    </dgm:pt>
    <dgm:pt modelId="{948DEFDC-432B-493D-A97B-F5B4EFBCC802}">
      <dgm:prSet phldrT="[Text]"/>
      <dgm:spPr/>
      <dgm:t>
        <a:bodyPr/>
        <a:lstStyle/>
        <a:p>
          <a:r>
            <a:rPr lang="en-US" b="1" dirty="0" smtClean="0"/>
            <a:t>Connectivity</a:t>
          </a:r>
          <a:endParaRPr lang="en-US" b="1" dirty="0"/>
        </a:p>
      </dgm:t>
    </dgm:pt>
    <dgm:pt modelId="{D6285B74-F585-4116-9576-3A146674C4D2}" type="parTrans" cxnId="{8CD7F50E-EB90-4AE2-B205-AEB89ECF8563}">
      <dgm:prSet/>
      <dgm:spPr/>
      <dgm:t>
        <a:bodyPr/>
        <a:lstStyle/>
        <a:p>
          <a:endParaRPr lang="en-US"/>
        </a:p>
      </dgm:t>
    </dgm:pt>
    <dgm:pt modelId="{4C9548FB-3810-48E9-9546-7DC47BC4DA39}" type="sibTrans" cxnId="{8CD7F50E-EB90-4AE2-B205-AEB89ECF8563}">
      <dgm:prSet/>
      <dgm:spPr/>
      <dgm:t>
        <a:bodyPr/>
        <a:lstStyle/>
        <a:p>
          <a:endParaRPr lang="en-US"/>
        </a:p>
      </dgm:t>
    </dgm:pt>
    <dgm:pt modelId="{EA9EB8C5-F0B8-4F5E-9F54-73108B57B0C8}">
      <dgm:prSet phldrT="[Text]"/>
      <dgm:spPr/>
      <dgm:t>
        <a:bodyPr/>
        <a:lstStyle/>
        <a:p>
          <a:r>
            <a:rPr lang="en-US" b="1" dirty="0" smtClean="0"/>
            <a:t>Military</a:t>
          </a:r>
          <a:endParaRPr lang="en-US" b="1" dirty="0"/>
        </a:p>
      </dgm:t>
    </dgm:pt>
    <dgm:pt modelId="{D0BAD127-9E2E-4959-A18F-C505BF8E7695}" type="parTrans" cxnId="{CF2CA79D-A535-4C27-AB83-8548E03B4E18}">
      <dgm:prSet/>
      <dgm:spPr/>
      <dgm:t>
        <a:bodyPr/>
        <a:lstStyle/>
        <a:p>
          <a:endParaRPr lang="en-US"/>
        </a:p>
      </dgm:t>
    </dgm:pt>
    <dgm:pt modelId="{AEFAE492-99BF-4746-95D2-C3B3D57E5F40}" type="sibTrans" cxnId="{CF2CA79D-A535-4C27-AB83-8548E03B4E18}">
      <dgm:prSet/>
      <dgm:spPr/>
      <dgm:t>
        <a:bodyPr/>
        <a:lstStyle/>
        <a:p>
          <a:endParaRPr lang="en-US"/>
        </a:p>
      </dgm:t>
    </dgm:pt>
    <dgm:pt modelId="{36D145FE-40FC-452E-AFAC-5ACE2D3E4B27}" type="pres">
      <dgm:prSet presAssocID="{B085A8D3-0A15-4D4F-88D5-DF9BCAC4DAF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D772CE3-E27A-4511-98E1-7C4FEEEBEB8B}" type="pres">
      <dgm:prSet presAssocID="{B085A8D3-0A15-4D4F-88D5-DF9BCAC4DAF1}" presName="fgShape" presStyleLbl="fgShp" presStyleIdx="0" presStyleCnt="1"/>
      <dgm:spPr/>
      <dgm:t>
        <a:bodyPr/>
        <a:lstStyle/>
        <a:p>
          <a:endParaRPr lang="en-US"/>
        </a:p>
      </dgm:t>
    </dgm:pt>
    <dgm:pt modelId="{7EF68759-F787-4826-BCFB-7217555AAEFE}" type="pres">
      <dgm:prSet presAssocID="{B085A8D3-0A15-4D4F-88D5-DF9BCAC4DAF1}" presName="linComp" presStyleCnt="0"/>
      <dgm:spPr/>
      <dgm:t>
        <a:bodyPr/>
        <a:lstStyle/>
        <a:p>
          <a:endParaRPr lang="en-US"/>
        </a:p>
      </dgm:t>
    </dgm:pt>
    <dgm:pt modelId="{4A81017D-29EA-453C-9166-13D252378E34}" type="pres">
      <dgm:prSet presAssocID="{FE45A2E3-FB54-4862-BEB8-0D9C19569273}" presName="compNode" presStyleCnt="0"/>
      <dgm:spPr/>
      <dgm:t>
        <a:bodyPr/>
        <a:lstStyle/>
        <a:p>
          <a:endParaRPr lang="en-US"/>
        </a:p>
      </dgm:t>
    </dgm:pt>
    <dgm:pt modelId="{AAAF1CF8-FB23-46FC-A58A-5AB47F6F2626}" type="pres">
      <dgm:prSet presAssocID="{FE45A2E3-FB54-4862-BEB8-0D9C19569273}" presName="bkgdShape" presStyleLbl="node1" presStyleIdx="0" presStyleCnt="5"/>
      <dgm:spPr/>
      <dgm:t>
        <a:bodyPr/>
        <a:lstStyle/>
        <a:p>
          <a:endParaRPr lang="en-US"/>
        </a:p>
      </dgm:t>
    </dgm:pt>
    <dgm:pt modelId="{5C7A9576-DE9D-45DE-86FA-D79A4A5E4BEB}" type="pres">
      <dgm:prSet presAssocID="{FE45A2E3-FB54-4862-BEB8-0D9C19569273}" presName="nodeTx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A47B70-B6DA-43BC-AD44-E1F7D7B68DA4}" type="pres">
      <dgm:prSet presAssocID="{FE45A2E3-FB54-4862-BEB8-0D9C19569273}" presName="invisiNode" presStyleLbl="node1" presStyleIdx="0" presStyleCnt="5"/>
      <dgm:spPr/>
      <dgm:t>
        <a:bodyPr/>
        <a:lstStyle/>
        <a:p>
          <a:endParaRPr lang="en-US"/>
        </a:p>
      </dgm:t>
    </dgm:pt>
    <dgm:pt modelId="{F08A2D31-EEB1-4990-B5BE-2E8E8B4B80CF}" type="pres">
      <dgm:prSet presAssocID="{FE45A2E3-FB54-4862-BEB8-0D9C19569273}" presName="imagNode" presStyleLbl="fgImgPlace1" presStyleIdx="0" presStyleCnt="5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6295" t="8955" r="6295" b="8955"/>
          </a:stretch>
        </a:blipFill>
      </dgm:spPr>
      <dgm:t>
        <a:bodyPr/>
        <a:lstStyle/>
        <a:p>
          <a:endParaRPr lang="en-US"/>
        </a:p>
      </dgm:t>
    </dgm:pt>
    <dgm:pt modelId="{0692A97F-C02B-4541-BDE1-5B10FC5D2D01}" type="pres">
      <dgm:prSet presAssocID="{A6003E16-9D37-4D38-BCEE-3F3C09F8F1BA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353DBAF-D9FD-402F-8B89-FF681C6D10B7}" type="pres">
      <dgm:prSet presAssocID="{527C0484-3AD6-4491-B4F2-3E4097914C88}" presName="compNode" presStyleCnt="0"/>
      <dgm:spPr/>
      <dgm:t>
        <a:bodyPr/>
        <a:lstStyle/>
        <a:p>
          <a:endParaRPr lang="en-US"/>
        </a:p>
      </dgm:t>
    </dgm:pt>
    <dgm:pt modelId="{A410F768-A382-44A5-BAFC-4CFB577C0460}" type="pres">
      <dgm:prSet presAssocID="{527C0484-3AD6-4491-B4F2-3E4097914C88}" presName="bkgdShape" presStyleLbl="node1" presStyleIdx="1" presStyleCnt="5"/>
      <dgm:spPr/>
      <dgm:t>
        <a:bodyPr/>
        <a:lstStyle/>
        <a:p>
          <a:endParaRPr lang="en-US"/>
        </a:p>
      </dgm:t>
    </dgm:pt>
    <dgm:pt modelId="{EB673F67-F5EC-40D1-9088-9F3F3C956F81}" type="pres">
      <dgm:prSet presAssocID="{527C0484-3AD6-4491-B4F2-3E4097914C88}" presName="nodeTx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9EA987-426E-4015-8D26-450AAC6F34AA}" type="pres">
      <dgm:prSet presAssocID="{527C0484-3AD6-4491-B4F2-3E4097914C88}" presName="invisiNode" presStyleLbl="node1" presStyleIdx="1" presStyleCnt="5"/>
      <dgm:spPr/>
      <dgm:t>
        <a:bodyPr/>
        <a:lstStyle/>
        <a:p>
          <a:endParaRPr lang="en-US"/>
        </a:p>
      </dgm:t>
    </dgm:pt>
    <dgm:pt modelId="{F2123447-7BB2-4503-A796-7C548DDAE3C0}" type="pres">
      <dgm:prSet presAssocID="{527C0484-3AD6-4491-B4F2-3E4097914C88}" presName="imagNode" presStyleLbl="fgImgPlace1" presStyleIdx="1" presStyleCnt="5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2646" t="8955" r="-56" b="8955"/>
          </a:stretch>
        </a:blipFill>
      </dgm:spPr>
      <dgm:t>
        <a:bodyPr/>
        <a:lstStyle/>
        <a:p>
          <a:endParaRPr lang="en-US"/>
        </a:p>
      </dgm:t>
    </dgm:pt>
    <dgm:pt modelId="{8138FEA6-1C8D-4F9D-A2FA-036548E77BAD}" type="pres">
      <dgm:prSet presAssocID="{5E1C3F95-3336-4BD1-8376-4FEE1E2F41C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8A09945A-7253-405E-BC3A-DD33432C59B3}" type="pres">
      <dgm:prSet presAssocID="{FA882951-3D1E-4479-A181-3B1CD558DE3F}" presName="compNode" presStyleCnt="0"/>
      <dgm:spPr/>
      <dgm:t>
        <a:bodyPr/>
        <a:lstStyle/>
        <a:p>
          <a:endParaRPr lang="en-US"/>
        </a:p>
      </dgm:t>
    </dgm:pt>
    <dgm:pt modelId="{EF3604C4-2D05-41FB-885C-3CC1F6067247}" type="pres">
      <dgm:prSet presAssocID="{FA882951-3D1E-4479-A181-3B1CD558DE3F}" presName="bkgdShape" presStyleLbl="node1" presStyleIdx="2" presStyleCnt="5"/>
      <dgm:spPr/>
      <dgm:t>
        <a:bodyPr/>
        <a:lstStyle/>
        <a:p>
          <a:endParaRPr lang="en-US"/>
        </a:p>
      </dgm:t>
    </dgm:pt>
    <dgm:pt modelId="{86F89494-F924-4705-A04D-88D94ADAAF4C}" type="pres">
      <dgm:prSet presAssocID="{FA882951-3D1E-4479-A181-3B1CD558DE3F}" presName="nodeTx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583E92-0209-4B2C-97BC-EFA5AD1E8FAB}" type="pres">
      <dgm:prSet presAssocID="{FA882951-3D1E-4479-A181-3B1CD558DE3F}" presName="invisiNode" presStyleLbl="node1" presStyleIdx="2" presStyleCnt="5"/>
      <dgm:spPr/>
      <dgm:t>
        <a:bodyPr/>
        <a:lstStyle/>
        <a:p>
          <a:endParaRPr lang="en-US"/>
        </a:p>
      </dgm:t>
    </dgm:pt>
    <dgm:pt modelId="{CCED0A4D-524A-471D-9510-FA00B96993EA}" type="pres">
      <dgm:prSet presAssocID="{FA882951-3D1E-4479-A181-3B1CD558DE3F}" presName="imagNode" presStyleLbl="fgImgPlace1" presStyleIdx="2" presStyleCnt="5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  <dgm:t>
        <a:bodyPr/>
        <a:lstStyle/>
        <a:p>
          <a:endParaRPr lang="en-US"/>
        </a:p>
      </dgm:t>
    </dgm:pt>
    <dgm:pt modelId="{ED8A4B1D-9EAC-428F-B400-5B59D861445E}" type="pres">
      <dgm:prSet presAssocID="{AE36B5D5-4286-4DCB-B50C-2601C8BC2DE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830CBB3A-5F25-46B7-8B44-1BEFD5B7C95E}" type="pres">
      <dgm:prSet presAssocID="{948DEFDC-432B-493D-A97B-F5B4EFBCC802}" presName="compNode" presStyleCnt="0"/>
      <dgm:spPr/>
      <dgm:t>
        <a:bodyPr/>
        <a:lstStyle/>
        <a:p>
          <a:endParaRPr lang="en-US"/>
        </a:p>
      </dgm:t>
    </dgm:pt>
    <dgm:pt modelId="{0DB6192A-1516-4C5D-B592-CBAF5EF8CD11}" type="pres">
      <dgm:prSet presAssocID="{948DEFDC-432B-493D-A97B-F5B4EFBCC802}" presName="bkgdShape" presStyleLbl="node1" presStyleIdx="3" presStyleCnt="5"/>
      <dgm:spPr/>
      <dgm:t>
        <a:bodyPr/>
        <a:lstStyle/>
        <a:p>
          <a:endParaRPr lang="en-US"/>
        </a:p>
      </dgm:t>
    </dgm:pt>
    <dgm:pt modelId="{12D01C38-2DB6-4A22-96E5-212596DE5C80}" type="pres">
      <dgm:prSet presAssocID="{948DEFDC-432B-493D-A97B-F5B4EFBCC802}" presName="nodeTx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95F4EE-0340-49FF-9227-A8657D98F595}" type="pres">
      <dgm:prSet presAssocID="{948DEFDC-432B-493D-A97B-F5B4EFBCC802}" presName="invisiNode" presStyleLbl="node1" presStyleIdx="3" presStyleCnt="5"/>
      <dgm:spPr/>
      <dgm:t>
        <a:bodyPr/>
        <a:lstStyle/>
        <a:p>
          <a:endParaRPr lang="en-US"/>
        </a:p>
      </dgm:t>
    </dgm:pt>
    <dgm:pt modelId="{10267066-EB12-4A4C-83C6-9F6D9C6A1202}" type="pres">
      <dgm:prSet presAssocID="{948DEFDC-432B-493D-A97B-F5B4EFBCC802}" presName="imagNode" presStyleLbl="fgImgPlace1" presStyleIdx="3" presStyleCnt="5"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0719" t="8955" r="10719" b="8955"/>
          </a:stretch>
        </a:blipFill>
      </dgm:spPr>
      <dgm:t>
        <a:bodyPr/>
        <a:lstStyle/>
        <a:p>
          <a:endParaRPr lang="en-US"/>
        </a:p>
      </dgm:t>
    </dgm:pt>
    <dgm:pt modelId="{DCC6A2B6-B75D-4ADB-8603-CD354E08830E}" type="pres">
      <dgm:prSet presAssocID="{4C9548FB-3810-48E9-9546-7DC47BC4DA3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ADC44F5-02F4-4968-B779-7084A330B908}" type="pres">
      <dgm:prSet presAssocID="{EA9EB8C5-F0B8-4F5E-9F54-73108B57B0C8}" presName="compNode" presStyleCnt="0"/>
      <dgm:spPr/>
      <dgm:t>
        <a:bodyPr/>
        <a:lstStyle/>
        <a:p>
          <a:endParaRPr lang="en-US"/>
        </a:p>
      </dgm:t>
    </dgm:pt>
    <dgm:pt modelId="{07ADF7F4-5888-4C7E-BBE7-50BC0F58DFD4}" type="pres">
      <dgm:prSet presAssocID="{EA9EB8C5-F0B8-4F5E-9F54-73108B57B0C8}" presName="bkgdShape" presStyleLbl="node1" presStyleIdx="4" presStyleCnt="5"/>
      <dgm:spPr/>
      <dgm:t>
        <a:bodyPr/>
        <a:lstStyle/>
        <a:p>
          <a:endParaRPr lang="en-US"/>
        </a:p>
      </dgm:t>
    </dgm:pt>
    <dgm:pt modelId="{4B430266-7FF2-4FAE-9E73-7C15491018AE}" type="pres">
      <dgm:prSet presAssocID="{EA9EB8C5-F0B8-4F5E-9F54-73108B57B0C8}" presName="nodeTx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545EAC-DACB-45E5-ADBA-3C9EB84B7A83}" type="pres">
      <dgm:prSet presAssocID="{EA9EB8C5-F0B8-4F5E-9F54-73108B57B0C8}" presName="invisiNode" presStyleLbl="node1" presStyleIdx="4" presStyleCnt="5"/>
      <dgm:spPr/>
      <dgm:t>
        <a:bodyPr/>
        <a:lstStyle/>
        <a:p>
          <a:endParaRPr lang="en-US"/>
        </a:p>
      </dgm:t>
    </dgm:pt>
    <dgm:pt modelId="{FC2A2E42-B4A3-4FFF-88EB-8F8D014577AD}" type="pres">
      <dgm:prSet presAssocID="{EA9EB8C5-F0B8-4F5E-9F54-73108B57B0C8}" presName="imagNode" presStyleLbl="fgImgPlace1" presStyleIdx="4" presStyleCnt="5"/>
      <dgm:spPr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4008" t="12687" r="14008" b="12687"/>
          </a:stretch>
        </a:blipFill>
      </dgm:spPr>
      <dgm:t>
        <a:bodyPr/>
        <a:lstStyle/>
        <a:p>
          <a:endParaRPr lang="en-US"/>
        </a:p>
      </dgm:t>
    </dgm:pt>
  </dgm:ptLst>
  <dgm:cxnLst>
    <dgm:cxn modelId="{8CD7F50E-EB90-4AE2-B205-AEB89ECF8563}" srcId="{B085A8D3-0A15-4D4F-88D5-DF9BCAC4DAF1}" destId="{948DEFDC-432B-493D-A97B-F5B4EFBCC802}" srcOrd="3" destOrd="0" parTransId="{D6285B74-F585-4116-9576-3A146674C4D2}" sibTransId="{4C9548FB-3810-48E9-9546-7DC47BC4DA39}"/>
    <dgm:cxn modelId="{38ECFEB1-AB45-488C-9203-4428FDF0A787}" type="presOf" srcId="{FA882951-3D1E-4479-A181-3B1CD558DE3F}" destId="{86F89494-F924-4705-A04D-88D94ADAAF4C}" srcOrd="1" destOrd="0" presId="urn:microsoft.com/office/officeart/2005/8/layout/hList7"/>
    <dgm:cxn modelId="{3ACAE026-FB1B-42FB-AE29-61C38E4E5CFF}" type="presOf" srcId="{948DEFDC-432B-493D-A97B-F5B4EFBCC802}" destId="{0DB6192A-1516-4C5D-B592-CBAF5EF8CD11}" srcOrd="0" destOrd="0" presId="urn:microsoft.com/office/officeart/2005/8/layout/hList7"/>
    <dgm:cxn modelId="{0EAF7EDD-CEF4-40EA-8521-C9F899733E81}" type="presOf" srcId="{AE36B5D5-4286-4DCB-B50C-2601C8BC2DE6}" destId="{ED8A4B1D-9EAC-428F-B400-5B59D861445E}" srcOrd="0" destOrd="0" presId="urn:microsoft.com/office/officeart/2005/8/layout/hList7"/>
    <dgm:cxn modelId="{CF2CA79D-A535-4C27-AB83-8548E03B4E18}" srcId="{B085A8D3-0A15-4D4F-88D5-DF9BCAC4DAF1}" destId="{EA9EB8C5-F0B8-4F5E-9F54-73108B57B0C8}" srcOrd="4" destOrd="0" parTransId="{D0BAD127-9E2E-4959-A18F-C505BF8E7695}" sibTransId="{AEFAE492-99BF-4746-95D2-C3B3D57E5F40}"/>
    <dgm:cxn modelId="{98BC5B09-7517-49CB-A0B6-88F7C463C116}" type="presOf" srcId="{527C0484-3AD6-4491-B4F2-3E4097914C88}" destId="{A410F768-A382-44A5-BAFC-4CFB577C0460}" srcOrd="0" destOrd="0" presId="urn:microsoft.com/office/officeart/2005/8/layout/hList7"/>
    <dgm:cxn modelId="{2AC5ED0F-FF2F-405B-8420-462B710E8C7F}" type="presOf" srcId="{948DEFDC-432B-493D-A97B-F5B4EFBCC802}" destId="{12D01C38-2DB6-4A22-96E5-212596DE5C80}" srcOrd="1" destOrd="0" presId="urn:microsoft.com/office/officeart/2005/8/layout/hList7"/>
    <dgm:cxn modelId="{5565111C-250E-4183-96D6-369B1D978279}" type="presOf" srcId="{4C9548FB-3810-48E9-9546-7DC47BC4DA39}" destId="{DCC6A2B6-B75D-4ADB-8603-CD354E08830E}" srcOrd="0" destOrd="0" presId="urn:microsoft.com/office/officeart/2005/8/layout/hList7"/>
    <dgm:cxn modelId="{B89F6A0D-69F6-4614-9667-18C84F8E3236}" type="presOf" srcId="{B085A8D3-0A15-4D4F-88D5-DF9BCAC4DAF1}" destId="{36D145FE-40FC-452E-AFAC-5ACE2D3E4B27}" srcOrd="0" destOrd="0" presId="urn:microsoft.com/office/officeart/2005/8/layout/hList7"/>
    <dgm:cxn modelId="{9C803E4E-8EC0-4F57-8934-1052098D3E7F}" srcId="{B085A8D3-0A15-4D4F-88D5-DF9BCAC4DAF1}" destId="{FA882951-3D1E-4479-A181-3B1CD558DE3F}" srcOrd="2" destOrd="0" parTransId="{4A3D4B8B-2F84-47E2-9735-1F66E2EB2E18}" sibTransId="{AE36B5D5-4286-4DCB-B50C-2601C8BC2DE6}"/>
    <dgm:cxn modelId="{8271A02C-F102-4D76-A7E3-17D91CEECCF8}" type="presOf" srcId="{527C0484-3AD6-4491-B4F2-3E4097914C88}" destId="{EB673F67-F5EC-40D1-9088-9F3F3C956F81}" srcOrd="1" destOrd="0" presId="urn:microsoft.com/office/officeart/2005/8/layout/hList7"/>
    <dgm:cxn modelId="{E9A7C4F5-8495-4EDA-A02C-781E7BE41428}" type="presOf" srcId="{EA9EB8C5-F0B8-4F5E-9F54-73108B57B0C8}" destId="{4B430266-7FF2-4FAE-9E73-7C15491018AE}" srcOrd="1" destOrd="0" presId="urn:microsoft.com/office/officeart/2005/8/layout/hList7"/>
    <dgm:cxn modelId="{8728A194-404B-44FD-98C7-660F52CB73B4}" type="presOf" srcId="{5E1C3F95-3336-4BD1-8376-4FEE1E2F41C8}" destId="{8138FEA6-1C8D-4F9D-A2FA-036548E77BAD}" srcOrd="0" destOrd="0" presId="urn:microsoft.com/office/officeart/2005/8/layout/hList7"/>
    <dgm:cxn modelId="{CF83E134-CD0C-4ADD-B742-55651E99DBE5}" type="presOf" srcId="{FA882951-3D1E-4479-A181-3B1CD558DE3F}" destId="{EF3604C4-2D05-41FB-885C-3CC1F6067247}" srcOrd="0" destOrd="0" presId="urn:microsoft.com/office/officeart/2005/8/layout/hList7"/>
    <dgm:cxn modelId="{415D7E63-F5E3-4571-87F6-684EB3C785C0}" srcId="{B085A8D3-0A15-4D4F-88D5-DF9BCAC4DAF1}" destId="{FE45A2E3-FB54-4862-BEB8-0D9C19569273}" srcOrd="0" destOrd="0" parTransId="{23BA33BD-C1E2-44C7-8AA1-52034343E2B1}" sibTransId="{A6003E16-9D37-4D38-BCEE-3F3C09F8F1BA}"/>
    <dgm:cxn modelId="{4A07D667-1CF7-4F75-BE16-3B7770DE2951}" type="presOf" srcId="{FE45A2E3-FB54-4862-BEB8-0D9C19569273}" destId="{5C7A9576-DE9D-45DE-86FA-D79A4A5E4BEB}" srcOrd="1" destOrd="0" presId="urn:microsoft.com/office/officeart/2005/8/layout/hList7"/>
    <dgm:cxn modelId="{33E80B31-ED9C-42C1-835E-7E584FFBF59E}" type="presOf" srcId="{EA9EB8C5-F0B8-4F5E-9F54-73108B57B0C8}" destId="{07ADF7F4-5888-4C7E-BBE7-50BC0F58DFD4}" srcOrd="0" destOrd="0" presId="urn:microsoft.com/office/officeart/2005/8/layout/hList7"/>
    <dgm:cxn modelId="{AF3C7AF5-0C71-450B-AC40-487BB993BF0E}" type="presOf" srcId="{A6003E16-9D37-4D38-BCEE-3F3C09F8F1BA}" destId="{0692A97F-C02B-4541-BDE1-5B10FC5D2D01}" srcOrd="0" destOrd="0" presId="urn:microsoft.com/office/officeart/2005/8/layout/hList7"/>
    <dgm:cxn modelId="{E3D16FA9-93E7-46DF-A324-E7B1D032187D}" srcId="{B085A8D3-0A15-4D4F-88D5-DF9BCAC4DAF1}" destId="{527C0484-3AD6-4491-B4F2-3E4097914C88}" srcOrd="1" destOrd="0" parTransId="{04ACCEAD-D03D-49DE-954B-C8FCA2660DD7}" sibTransId="{5E1C3F95-3336-4BD1-8376-4FEE1E2F41C8}"/>
    <dgm:cxn modelId="{C129E894-889F-47F1-BFC1-AED8523982DF}" type="presOf" srcId="{FE45A2E3-FB54-4862-BEB8-0D9C19569273}" destId="{AAAF1CF8-FB23-46FC-A58A-5AB47F6F2626}" srcOrd="0" destOrd="0" presId="urn:microsoft.com/office/officeart/2005/8/layout/hList7"/>
    <dgm:cxn modelId="{F42F0993-B04F-4875-8EEB-F607BC5F298A}" type="presParOf" srcId="{36D145FE-40FC-452E-AFAC-5ACE2D3E4B27}" destId="{1D772CE3-E27A-4511-98E1-7C4FEEEBEB8B}" srcOrd="0" destOrd="0" presId="urn:microsoft.com/office/officeart/2005/8/layout/hList7"/>
    <dgm:cxn modelId="{B67D0900-1D2F-4445-B6AC-D525CA727B82}" type="presParOf" srcId="{36D145FE-40FC-452E-AFAC-5ACE2D3E4B27}" destId="{7EF68759-F787-4826-BCFB-7217555AAEFE}" srcOrd="1" destOrd="0" presId="urn:microsoft.com/office/officeart/2005/8/layout/hList7"/>
    <dgm:cxn modelId="{363F25CE-DEC1-4B6D-A1A1-ACB93FD3DAA1}" type="presParOf" srcId="{7EF68759-F787-4826-BCFB-7217555AAEFE}" destId="{4A81017D-29EA-453C-9166-13D252378E34}" srcOrd="0" destOrd="0" presId="urn:microsoft.com/office/officeart/2005/8/layout/hList7"/>
    <dgm:cxn modelId="{FB175A74-6BFD-49A8-8BCE-50F455A30CFC}" type="presParOf" srcId="{4A81017D-29EA-453C-9166-13D252378E34}" destId="{AAAF1CF8-FB23-46FC-A58A-5AB47F6F2626}" srcOrd="0" destOrd="0" presId="urn:microsoft.com/office/officeart/2005/8/layout/hList7"/>
    <dgm:cxn modelId="{D6080FBB-EF30-4740-A771-03167664910C}" type="presParOf" srcId="{4A81017D-29EA-453C-9166-13D252378E34}" destId="{5C7A9576-DE9D-45DE-86FA-D79A4A5E4BEB}" srcOrd="1" destOrd="0" presId="urn:microsoft.com/office/officeart/2005/8/layout/hList7"/>
    <dgm:cxn modelId="{1024BCAB-62F3-48E5-A619-775113E6FD0E}" type="presParOf" srcId="{4A81017D-29EA-453C-9166-13D252378E34}" destId="{D1A47B70-B6DA-43BC-AD44-E1F7D7B68DA4}" srcOrd="2" destOrd="0" presId="urn:microsoft.com/office/officeart/2005/8/layout/hList7"/>
    <dgm:cxn modelId="{D755581E-E161-48CC-84A8-B7F584225871}" type="presParOf" srcId="{4A81017D-29EA-453C-9166-13D252378E34}" destId="{F08A2D31-EEB1-4990-B5BE-2E8E8B4B80CF}" srcOrd="3" destOrd="0" presId="urn:microsoft.com/office/officeart/2005/8/layout/hList7"/>
    <dgm:cxn modelId="{348F185C-4974-4772-B3C2-4EC646717358}" type="presParOf" srcId="{7EF68759-F787-4826-BCFB-7217555AAEFE}" destId="{0692A97F-C02B-4541-BDE1-5B10FC5D2D01}" srcOrd="1" destOrd="0" presId="urn:microsoft.com/office/officeart/2005/8/layout/hList7"/>
    <dgm:cxn modelId="{E0383B07-834D-460C-916B-49F7DF473222}" type="presParOf" srcId="{7EF68759-F787-4826-BCFB-7217555AAEFE}" destId="{5353DBAF-D9FD-402F-8B89-FF681C6D10B7}" srcOrd="2" destOrd="0" presId="urn:microsoft.com/office/officeart/2005/8/layout/hList7"/>
    <dgm:cxn modelId="{0663C771-BCC1-4EAD-A5E0-86C36D3D5DAD}" type="presParOf" srcId="{5353DBAF-D9FD-402F-8B89-FF681C6D10B7}" destId="{A410F768-A382-44A5-BAFC-4CFB577C0460}" srcOrd="0" destOrd="0" presId="urn:microsoft.com/office/officeart/2005/8/layout/hList7"/>
    <dgm:cxn modelId="{2E863E52-8D5E-4BF4-B580-3F277BE6828D}" type="presParOf" srcId="{5353DBAF-D9FD-402F-8B89-FF681C6D10B7}" destId="{EB673F67-F5EC-40D1-9088-9F3F3C956F81}" srcOrd="1" destOrd="0" presId="urn:microsoft.com/office/officeart/2005/8/layout/hList7"/>
    <dgm:cxn modelId="{7D167B8C-09EB-4AD5-A433-4F59A4B66902}" type="presParOf" srcId="{5353DBAF-D9FD-402F-8B89-FF681C6D10B7}" destId="{D49EA987-426E-4015-8D26-450AAC6F34AA}" srcOrd="2" destOrd="0" presId="urn:microsoft.com/office/officeart/2005/8/layout/hList7"/>
    <dgm:cxn modelId="{C4F8CECA-FEB8-40B7-AC73-AA36B5514BF5}" type="presParOf" srcId="{5353DBAF-D9FD-402F-8B89-FF681C6D10B7}" destId="{F2123447-7BB2-4503-A796-7C548DDAE3C0}" srcOrd="3" destOrd="0" presId="urn:microsoft.com/office/officeart/2005/8/layout/hList7"/>
    <dgm:cxn modelId="{961776A0-5F2F-4957-A2BF-C8638CE043DC}" type="presParOf" srcId="{7EF68759-F787-4826-BCFB-7217555AAEFE}" destId="{8138FEA6-1C8D-4F9D-A2FA-036548E77BAD}" srcOrd="3" destOrd="0" presId="urn:microsoft.com/office/officeart/2005/8/layout/hList7"/>
    <dgm:cxn modelId="{1484C410-105F-4BCF-A2CA-6D4B282E8480}" type="presParOf" srcId="{7EF68759-F787-4826-BCFB-7217555AAEFE}" destId="{8A09945A-7253-405E-BC3A-DD33432C59B3}" srcOrd="4" destOrd="0" presId="urn:microsoft.com/office/officeart/2005/8/layout/hList7"/>
    <dgm:cxn modelId="{72305FC1-079F-46AE-B7E7-72D61C8F1277}" type="presParOf" srcId="{8A09945A-7253-405E-BC3A-DD33432C59B3}" destId="{EF3604C4-2D05-41FB-885C-3CC1F6067247}" srcOrd="0" destOrd="0" presId="urn:microsoft.com/office/officeart/2005/8/layout/hList7"/>
    <dgm:cxn modelId="{2D5133E5-E0DC-41F0-8A8B-8D38505EF3E6}" type="presParOf" srcId="{8A09945A-7253-405E-BC3A-DD33432C59B3}" destId="{86F89494-F924-4705-A04D-88D94ADAAF4C}" srcOrd="1" destOrd="0" presId="urn:microsoft.com/office/officeart/2005/8/layout/hList7"/>
    <dgm:cxn modelId="{06F33628-714B-4789-A97D-487AA56DEA8A}" type="presParOf" srcId="{8A09945A-7253-405E-BC3A-DD33432C59B3}" destId="{29583E92-0209-4B2C-97BC-EFA5AD1E8FAB}" srcOrd="2" destOrd="0" presId="urn:microsoft.com/office/officeart/2005/8/layout/hList7"/>
    <dgm:cxn modelId="{BE1A2718-CD42-4913-A59C-EA999E821E87}" type="presParOf" srcId="{8A09945A-7253-405E-BC3A-DD33432C59B3}" destId="{CCED0A4D-524A-471D-9510-FA00B96993EA}" srcOrd="3" destOrd="0" presId="urn:microsoft.com/office/officeart/2005/8/layout/hList7"/>
    <dgm:cxn modelId="{3F328D5A-77F4-4189-B9F9-6BE10A6B323E}" type="presParOf" srcId="{7EF68759-F787-4826-BCFB-7217555AAEFE}" destId="{ED8A4B1D-9EAC-428F-B400-5B59D861445E}" srcOrd="5" destOrd="0" presId="urn:microsoft.com/office/officeart/2005/8/layout/hList7"/>
    <dgm:cxn modelId="{A1A3DB10-34FE-4BDD-AF61-5EB35EA9BEE9}" type="presParOf" srcId="{7EF68759-F787-4826-BCFB-7217555AAEFE}" destId="{830CBB3A-5F25-46B7-8B44-1BEFD5B7C95E}" srcOrd="6" destOrd="0" presId="urn:microsoft.com/office/officeart/2005/8/layout/hList7"/>
    <dgm:cxn modelId="{7DAB5139-464F-4318-8589-F2F1262C3480}" type="presParOf" srcId="{830CBB3A-5F25-46B7-8B44-1BEFD5B7C95E}" destId="{0DB6192A-1516-4C5D-B592-CBAF5EF8CD11}" srcOrd="0" destOrd="0" presId="urn:microsoft.com/office/officeart/2005/8/layout/hList7"/>
    <dgm:cxn modelId="{66EFC031-B097-46FC-95C6-C2773F3CD380}" type="presParOf" srcId="{830CBB3A-5F25-46B7-8B44-1BEFD5B7C95E}" destId="{12D01C38-2DB6-4A22-96E5-212596DE5C80}" srcOrd="1" destOrd="0" presId="urn:microsoft.com/office/officeart/2005/8/layout/hList7"/>
    <dgm:cxn modelId="{33B6E08D-4490-4ADA-956A-8045BAD65C25}" type="presParOf" srcId="{830CBB3A-5F25-46B7-8B44-1BEFD5B7C95E}" destId="{1395F4EE-0340-49FF-9227-A8657D98F595}" srcOrd="2" destOrd="0" presId="urn:microsoft.com/office/officeart/2005/8/layout/hList7"/>
    <dgm:cxn modelId="{9B4D9737-ED31-4BBA-B26C-806A4122FB67}" type="presParOf" srcId="{830CBB3A-5F25-46B7-8B44-1BEFD5B7C95E}" destId="{10267066-EB12-4A4C-83C6-9F6D9C6A1202}" srcOrd="3" destOrd="0" presId="urn:microsoft.com/office/officeart/2005/8/layout/hList7"/>
    <dgm:cxn modelId="{147E5FD8-76DC-4125-82B2-09E0548D448A}" type="presParOf" srcId="{7EF68759-F787-4826-BCFB-7217555AAEFE}" destId="{DCC6A2B6-B75D-4ADB-8603-CD354E08830E}" srcOrd="7" destOrd="0" presId="urn:microsoft.com/office/officeart/2005/8/layout/hList7"/>
    <dgm:cxn modelId="{57A5D92A-A46D-4F93-A901-7B8C6DBAC4BA}" type="presParOf" srcId="{7EF68759-F787-4826-BCFB-7217555AAEFE}" destId="{6ADC44F5-02F4-4968-B779-7084A330B908}" srcOrd="8" destOrd="0" presId="urn:microsoft.com/office/officeart/2005/8/layout/hList7"/>
    <dgm:cxn modelId="{1DA41013-90D5-4084-BDD0-77D3FA200486}" type="presParOf" srcId="{6ADC44F5-02F4-4968-B779-7084A330B908}" destId="{07ADF7F4-5888-4C7E-BBE7-50BC0F58DFD4}" srcOrd="0" destOrd="0" presId="urn:microsoft.com/office/officeart/2005/8/layout/hList7"/>
    <dgm:cxn modelId="{97970470-A7FA-48EA-95CC-A922FECA8664}" type="presParOf" srcId="{6ADC44F5-02F4-4968-B779-7084A330B908}" destId="{4B430266-7FF2-4FAE-9E73-7C15491018AE}" srcOrd="1" destOrd="0" presId="urn:microsoft.com/office/officeart/2005/8/layout/hList7"/>
    <dgm:cxn modelId="{9F43787B-8D8E-4E37-9725-81B7CF631A16}" type="presParOf" srcId="{6ADC44F5-02F4-4968-B779-7084A330B908}" destId="{7D545EAC-DACB-45E5-ADBA-3C9EB84B7A83}" srcOrd="2" destOrd="0" presId="urn:microsoft.com/office/officeart/2005/8/layout/hList7"/>
    <dgm:cxn modelId="{F7B43B8F-B4FF-4711-9FB5-1D6AD549EE7B}" type="presParOf" srcId="{6ADC44F5-02F4-4968-B779-7084A330B908}" destId="{FC2A2E42-B4A3-4FFF-88EB-8F8D014577AD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2049AF-C1F0-44C9-9BE6-8DCD9806FE98}" type="doc">
      <dgm:prSet loTypeId="urn:microsoft.com/office/officeart/2005/8/layout/b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570F8AC-25DB-450E-A0EC-D5EAC668EFAE}">
      <dgm:prSet phldrT="[Text]"/>
      <dgm:spPr/>
      <dgm:t>
        <a:bodyPr/>
        <a:lstStyle/>
        <a:p>
          <a:r>
            <a:rPr lang="en-US" dirty="0" smtClean="0"/>
            <a:t>Hotel</a:t>
          </a:r>
          <a:endParaRPr lang="en-US" dirty="0"/>
        </a:p>
      </dgm:t>
    </dgm:pt>
    <dgm:pt modelId="{17B89A0D-222B-44F1-85BF-75EB7E38C0AC}" type="parTrans" cxnId="{D42998EF-D604-4F25-B169-76FC804CE6F8}">
      <dgm:prSet/>
      <dgm:spPr/>
      <dgm:t>
        <a:bodyPr/>
        <a:lstStyle/>
        <a:p>
          <a:endParaRPr lang="en-US"/>
        </a:p>
      </dgm:t>
    </dgm:pt>
    <dgm:pt modelId="{BE1C572E-A4BF-4959-8E05-779E970DE723}" type="sibTrans" cxnId="{D42998EF-D604-4F25-B169-76FC804CE6F8}">
      <dgm:prSet/>
      <dgm:spPr/>
      <dgm:t>
        <a:bodyPr/>
        <a:lstStyle/>
        <a:p>
          <a:endParaRPr lang="en-US"/>
        </a:p>
      </dgm:t>
    </dgm:pt>
    <dgm:pt modelId="{E93C0FBD-1904-4F41-9A2E-019C82127F04}">
      <dgm:prSet phldrT="[Text]"/>
      <dgm:spPr/>
      <dgm:t>
        <a:bodyPr/>
        <a:lstStyle/>
        <a:p>
          <a:r>
            <a:rPr lang="en-US" dirty="0" smtClean="0"/>
            <a:t>Rooms</a:t>
          </a:r>
          <a:endParaRPr lang="en-US" dirty="0"/>
        </a:p>
      </dgm:t>
    </dgm:pt>
    <dgm:pt modelId="{30E09A47-78A4-413D-A494-84E19E1E3D04}" type="parTrans" cxnId="{62DB772A-A46A-4DFE-9B55-B2D799D96A70}">
      <dgm:prSet/>
      <dgm:spPr/>
      <dgm:t>
        <a:bodyPr/>
        <a:lstStyle/>
        <a:p>
          <a:endParaRPr lang="en-US"/>
        </a:p>
      </dgm:t>
    </dgm:pt>
    <dgm:pt modelId="{2257CE36-BE33-451B-809E-B23D3AF1200B}" type="sibTrans" cxnId="{62DB772A-A46A-4DFE-9B55-B2D799D96A70}">
      <dgm:prSet/>
      <dgm:spPr/>
      <dgm:t>
        <a:bodyPr/>
        <a:lstStyle/>
        <a:p>
          <a:endParaRPr lang="en-US"/>
        </a:p>
      </dgm:t>
    </dgm:pt>
    <dgm:pt modelId="{4D5DDD1E-D544-4CB2-945E-0EC9B323E1B5}">
      <dgm:prSet phldrT="[Text]"/>
      <dgm:spPr/>
      <dgm:t>
        <a:bodyPr/>
        <a:lstStyle/>
        <a:p>
          <a:r>
            <a:rPr lang="en-US" dirty="0" smtClean="0"/>
            <a:t>Restaurant</a:t>
          </a:r>
          <a:endParaRPr lang="en-US" dirty="0"/>
        </a:p>
      </dgm:t>
    </dgm:pt>
    <dgm:pt modelId="{1749FE23-FEFA-4630-8D78-878C6F2DD09C}" type="parTrans" cxnId="{B4E14D61-C216-4C33-8750-E50CB4D12C2B}">
      <dgm:prSet/>
      <dgm:spPr/>
      <dgm:t>
        <a:bodyPr/>
        <a:lstStyle/>
        <a:p>
          <a:endParaRPr lang="en-US"/>
        </a:p>
      </dgm:t>
    </dgm:pt>
    <dgm:pt modelId="{347F49B2-1A8C-45E0-9BA4-30C77A92AB1A}" type="sibTrans" cxnId="{B4E14D61-C216-4C33-8750-E50CB4D12C2B}">
      <dgm:prSet/>
      <dgm:spPr/>
      <dgm:t>
        <a:bodyPr/>
        <a:lstStyle/>
        <a:p>
          <a:endParaRPr lang="en-US"/>
        </a:p>
      </dgm:t>
    </dgm:pt>
    <dgm:pt modelId="{E09BE595-C91A-4178-B2CB-3CC6460230B6}">
      <dgm:prSet phldrT="[Text]"/>
      <dgm:spPr/>
      <dgm:t>
        <a:bodyPr/>
        <a:lstStyle/>
        <a:p>
          <a:r>
            <a:rPr lang="en-US" dirty="0" smtClean="0"/>
            <a:t>Tables</a:t>
          </a:r>
          <a:endParaRPr lang="en-US" dirty="0"/>
        </a:p>
      </dgm:t>
    </dgm:pt>
    <dgm:pt modelId="{92DA50AF-2892-47F3-8500-DBC0AB2DCE94}" type="parTrans" cxnId="{EAD5F51E-74FA-4164-8C33-76F30869F8D1}">
      <dgm:prSet/>
      <dgm:spPr/>
      <dgm:t>
        <a:bodyPr/>
        <a:lstStyle/>
        <a:p>
          <a:endParaRPr lang="en-US"/>
        </a:p>
      </dgm:t>
    </dgm:pt>
    <dgm:pt modelId="{E8F13177-C75D-4CB1-B849-0FD917D37D0F}" type="sibTrans" cxnId="{EAD5F51E-74FA-4164-8C33-76F30869F8D1}">
      <dgm:prSet/>
      <dgm:spPr/>
      <dgm:t>
        <a:bodyPr/>
        <a:lstStyle/>
        <a:p>
          <a:endParaRPr lang="en-US"/>
        </a:p>
      </dgm:t>
    </dgm:pt>
    <dgm:pt modelId="{D2115C0D-8F2C-443C-B3BE-CE21229891C8}">
      <dgm:prSet phldrT="[Text]"/>
      <dgm:spPr/>
      <dgm:t>
        <a:bodyPr/>
        <a:lstStyle/>
        <a:p>
          <a:r>
            <a:rPr lang="en-US" dirty="0" smtClean="0"/>
            <a:t>Travel</a:t>
          </a:r>
          <a:endParaRPr lang="en-US" dirty="0"/>
        </a:p>
      </dgm:t>
    </dgm:pt>
    <dgm:pt modelId="{49CFF0F4-C2FA-4E70-AC8D-12F37E2EA5D1}" type="parTrans" cxnId="{8965DA07-6BC0-43F1-807B-ECBB1298FAAD}">
      <dgm:prSet/>
      <dgm:spPr/>
      <dgm:t>
        <a:bodyPr/>
        <a:lstStyle/>
        <a:p>
          <a:endParaRPr lang="en-US"/>
        </a:p>
      </dgm:t>
    </dgm:pt>
    <dgm:pt modelId="{6EDCCD6A-C98B-4E48-9915-9D1404ABBD65}" type="sibTrans" cxnId="{8965DA07-6BC0-43F1-807B-ECBB1298FAAD}">
      <dgm:prSet/>
      <dgm:spPr/>
      <dgm:t>
        <a:bodyPr/>
        <a:lstStyle/>
        <a:p>
          <a:endParaRPr lang="en-US"/>
        </a:p>
      </dgm:t>
    </dgm:pt>
    <dgm:pt modelId="{967D50C5-9C0F-4D24-A7E0-C1868D8A0A81}">
      <dgm:prSet phldrT="[Text]"/>
      <dgm:spPr/>
      <dgm:t>
        <a:bodyPr/>
        <a:lstStyle/>
        <a:p>
          <a:r>
            <a:rPr lang="en-US" dirty="0" smtClean="0"/>
            <a:t>Airway</a:t>
          </a:r>
          <a:endParaRPr lang="en-US" dirty="0"/>
        </a:p>
      </dgm:t>
    </dgm:pt>
    <dgm:pt modelId="{852BF8D3-E94A-4D51-896D-A8663B1CE505}" type="parTrans" cxnId="{09361930-99E1-4D08-B09A-CD7800085950}">
      <dgm:prSet/>
      <dgm:spPr/>
      <dgm:t>
        <a:bodyPr/>
        <a:lstStyle/>
        <a:p>
          <a:endParaRPr lang="en-US"/>
        </a:p>
      </dgm:t>
    </dgm:pt>
    <dgm:pt modelId="{1D589E86-C640-47AF-9AF8-3AB7D3B8F07D}" type="sibTrans" cxnId="{09361930-99E1-4D08-B09A-CD7800085950}">
      <dgm:prSet/>
      <dgm:spPr/>
      <dgm:t>
        <a:bodyPr/>
        <a:lstStyle/>
        <a:p>
          <a:endParaRPr lang="en-US"/>
        </a:p>
      </dgm:t>
    </dgm:pt>
    <dgm:pt modelId="{C99F2B88-506F-4D5B-B906-9CF8EAFFA4BA}">
      <dgm:prSet/>
      <dgm:spPr/>
      <dgm:t>
        <a:bodyPr/>
        <a:lstStyle/>
        <a:p>
          <a:r>
            <a:rPr lang="en-US" dirty="0" smtClean="0"/>
            <a:t>Entertainment</a:t>
          </a:r>
          <a:endParaRPr lang="en-US" dirty="0"/>
        </a:p>
      </dgm:t>
    </dgm:pt>
    <dgm:pt modelId="{26F9F6F0-E504-4C1B-83A8-B219CB8E91AE}" type="parTrans" cxnId="{B42925D6-A5B6-433A-B5FB-298CF15AB15A}">
      <dgm:prSet/>
      <dgm:spPr/>
      <dgm:t>
        <a:bodyPr/>
        <a:lstStyle/>
        <a:p>
          <a:endParaRPr lang="en-US"/>
        </a:p>
      </dgm:t>
    </dgm:pt>
    <dgm:pt modelId="{EE232FFB-FA0D-4F0F-85ED-8123AC601670}" type="sibTrans" cxnId="{B42925D6-A5B6-433A-B5FB-298CF15AB15A}">
      <dgm:prSet/>
      <dgm:spPr/>
      <dgm:t>
        <a:bodyPr/>
        <a:lstStyle/>
        <a:p>
          <a:endParaRPr lang="en-US"/>
        </a:p>
      </dgm:t>
    </dgm:pt>
    <dgm:pt modelId="{AAF5AF4B-F29F-48CE-AE8B-89A585462E1D}">
      <dgm:prSet/>
      <dgm:spPr/>
      <dgm:t>
        <a:bodyPr/>
        <a:lstStyle/>
        <a:p>
          <a:r>
            <a:rPr lang="en-US" dirty="0" smtClean="0"/>
            <a:t>Movie</a:t>
          </a:r>
          <a:endParaRPr lang="en-US" dirty="0"/>
        </a:p>
      </dgm:t>
    </dgm:pt>
    <dgm:pt modelId="{2950F322-3B14-4EE4-BFBD-323B001739F9}" type="parTrans" cxnId="{733D4926-48B5-49BA-B9D4-1B7D552D269E}">
      <dgm:prSet/>
      <dgm:spPr/>
      <dgm:t>
        <a:bodyPr/>
        <a:lstStyle/>
        <a:p>
          <a:endParaRPr lang="en-US"/>
        </a:p>
      </dgm:t>
    </dgm:pt>
    <dgm:pt modelId="{75BBB208-B207-46AC-B40A-7072C0F02016}" type="sibTrans" cxnId="{733D4926-48B5-49BA-B9D4-1B7D552D269E}">
      <dgm:prSet/>
      <dgm:spPr/>
      <dgm:t>
        <a:bodyPr/>
        <a:lstStyle/>
        <a:p>
          <a:endParaRPr lang="en-US"/>
        </a:p>
      </dgm:t>
    </dgm:pt>
    <dgm:pt modelId="{AE99E20E-91F6-4859-BEDA-F6DFE6FFD8DC}">
      <dgm:prSet phldrT="[Text]"/>
      <dgm:spPr/>
      <dgm:t>
        <a:bodyPr/>
        <a:lstStyle/>
        <a:p>
          <a:r>
            <a:rPr lang="en-US" dirty="0" smtClean="0"/>
            <a:t>Train</a:t>
          </a:r>
          <a:endParaRPr lang="en-US" dirty="0"/>
        </a:p>
      </dgm:t>
    </dgm:pt>
    <dgm:pt modelId="{C9D0B50D-3647-45B1-B9C5-8913C5D1DAA6}" type="parTrans" cxnId="{7A7E9F8B-EB6C-4CCF-A794-0CAD04322D23}">
      <dgm:prSet/>
      <dgm:spPr/>
      <dgm:t>
        <a:bodyPr/>
        <a:lstStyle/>
        <a:p>
          <a:endParaRPr lang="en-US"/>
        </a:p>
      </dgm:t>
    </dgm:pt>
    <dgm:pt modelId="{F35FA600-E03D-46B2-B7B0-546A0D854703}" type="sibTrans" cxnId="{7A7E9F8B-EB6C-4CCF-A794-0CAD04322D23}">
      <dgm:prSet/>
      <dgm:spPr/>
      <dgm:t>
        <a:bodyPr/>
        <a:lstStyle/>
        <a:p>
          <a:endParaRPr lang="en-US"/>
        </a:p>
      </dgm:t>
    </dgm:pt>
    <dgm:pt modelId="{43BCA171-AF12-49CE-98B8-DC5B82DD9C05}">
      <dgm:prSet phldrT="[Text]"/>
      <dgm:spPr/>
      <dgm:t>
        <a:bodyPr/>
        <a:lstStyle/>
        <a:p>
          <a:r>
            <a:rPr lang="en-US" dirty="0" smtClean="0"/>
            <a:t>Bus</a:t>
          </a:r>
          <a:endParaRPr lang="en-US" dirty="0"/>
        </a:p>
      </dgm:t>
    </dgm:pt>
    <dgm:pt modelId="{E9889E23-FC4E-48D1-9CC3-647C55AB3104}" type="parTrans" cxnId="{BB665A74-EB06-4551-B502-C038CF311628}">
      <dgm:prSet/>
      <dgm:spPr/>
      <dgm:t>
        <a:bodyPr/>
        <a:lstStyle/>
        <a:p>
          <a:endParaRPr lang="en-US"/>
        </a:p>
      </dgm:t>
    </dgm:pt>
    <dgm:pt modelId="{F6747C61-F115-42AD-BDF4-706214F03370}" type="sibTrans" cxnId="{BB665A74-EB06-4551-B502-C038CF311628}">
      <dgm:prSet/>
      <dgm:spPr/>
      <dgm:t>
        <a:bodyPr/>
        <a:lstStyle/>
        <a:p>
          <a:endParaRPr lang="en-US"/>
        </a:p>
      </dgm:t>
    </dgm:pt>
    <dgm:pt modelId="{AA3D4D38-F92F-49D2-BC8C-72848C9C97A6}">
      <dgm:prSet phldrT="[Text]"/>
      <dgm:spPr/>
      <dgm:t>
        <a:bodyPr/>
        <a:lstStyle/>
        <a:p>
          <a:r>
            <a:rPr lang="en-US" dirty="0" smtClean="0"/>
            <a:t>Ship</a:t>
          </a:r>
          <a:endParaRPr lang="en-US" dirty="0"/>
        </a:p>
      </dgm:t>
    </dgm:pt>
    <dgm:pt modelId="{7CEBA906-3A48-4285-B801-1B24ACB57D27}" type="parTrans" cxnId="{264FCEA4-483E-4FAD-89AF-347FD357138B}">
      <dgm:prSet/>
      <dgm:spPr/>
      <dgm:t>
        <a:bodyPr/>
        <a:lstStyle/>
        <a:p>
          <a:endParaRPr lang="en-US"/>
        </a:p>
      </dgm:t>
    </dgm:pt>
    <dgm:pt modelId="{A4E77BE6-7AC2-48F3-863B-2BF5B1CA15AF}" type="sibTrans" cxnId="{264FCEA4-483E-4FAD-89AF-347FD357138B}">
      <dgm:prSet/>
      <dgm:spPr/>
      <dgm:t>
        <a:bodyPr/>
        <a:lstStyle/>
        <a:p>
          <a:endParaRPr lang="en-US"/>
        </a:p>
      </dgm:t>
    </dgm:pt>
    <dgm:pt modelId="{F490B1CB-140E-4949-9DC2-558AFB24F52D}">
      <dgm:prSet phldrT="[Text]"/>
      <dgm:spPr/>
      <dgm:t>
        <a:bodyPr/>
        <a:lstStyle/>
        <a:p>
          <a:endParaRPr lang="en-US" dirty="0"/>
        </a:p>
      </dgm:t>
    </dgm:pt>
    <dgm:pt modelId="{B9D4C508-93A7-4C80-A117-89F30CF43283}" type="parTrans" cxnId="{48A263FD-2CA0-481B-85AC-CFA8508752C6}">
      <dgm:prSet/>
      <dgm:spPr/>
      <dgm:t>
        <a:bodyPr/>
        <a:lstStyle/>
        <a:p>
          <a:endParaRPr lang="en-US"/>
        </a:p>
      </dgm:t>
    </dgm:pt>
    <dgm:pt modelId="{2ACC87A8-DEEB-481E-994F-8BF479CEDE70}" type="sibTrans" cxnId="{48A263FD-2CA0-481B-85AC-CFA8508752C6}">
      <dgm:prSet/>
      <dgm:spPr/>
      <dgm:t>
        <a:bodyPr/>
        <a:lstStyle/>
        <a:p>
          <a:endParaRPr lang="en-US"/>
        </a:p>
      </dgm:t>
    </dgm:pt>
    <dgm:pt modelId="{90420571-372F-48B0-9ECE-9F2B304C2594}">
      <dgm:prSet phldrT="[Text]"/>
      <dgm:spPr/>
      <dgm:t>
        <a:bodyPr/>
        <a:lstStyle/>
        <a:p>
          <a:r>
            <a:rPr lang="en-US" dirty="0" smtClean="0"/>
            <a:t>Rooms</a:t>
          </a:r>
          <a:endParaRPr lang="en-US" dirty="0"/>
        </a:p>
      </dgm:t>
    </dgm:pt>
    <dgm:pt modelId="{E72ABC14-6D9E-479D-85BE-0C7AA9117E6C}" type="parTrans" cxnId="{71462288-DDCA-4DDB-B7A4-ACE44B7345C2}">
      <dgm:prSet/>
      <dgm:spPr/>
      <dgm:t>
        <a:bodyPr/>
        <a:lstStyle/>
        <a:p>
          <a:endParaRPr lang="en-US"/>
        </a:p>
      </dgm:t>
    </dgm:pt>
    <dgm:pt modelId="{00F69E24-AD9D-4B47-9BD4-BC74557CCAB1}" type="sibTrans" cxnId="{71462288-DDCA-4DDB-B7A4-ACE44B7345C2}">
      <dgm:prSet/>
      <dgm:spPr/>
      <dgm:t>
        <a:bodyPr/>
        <a:lstStyle/>
        <a:p>
          <a:endParaRPr lang="en-US"/>
        </a:p>
      </dgm:t>
    </dgm:pt>
    <dgm:pt modelId="{E3B6CCB6-C034-424F-8F76-85A87BFE5282}">
      <dgm:prSet phldrT="[Text]"/>
      <dgm:spPr/>
      <dgm:t>
        <a:bodyPr/>
        <a:lstStyle/>
        <a:p>
          <a:r>
            <a:rPr lang="en-US" dirty="0" smtClean="0"/>
            <a:t>Entire restaurant</a:t>
          </a:r>
          <a:endParaRPr lang="en-US" dirty="0"/>
        </a:p>
      </dgm:t>
    </dgm:pt>
    <dgm:pt modelId="{05992BF9-7C90-4DF2-B86C-FAC8AA4EFF2B}" type="parTrans" cxnId="{9ABDECC0-5362-45F4-B344-AEFB67DCF9B1}">
      <dgm:prSet/>
      <dgm:spPr/>
      <dgm:t>
        <a:bodyPr/>
        <a:lstStyle/>
        <a:p>
          <a:endParaRPr lang="en-US"/>
        </a:p>
      </dgm:t>
    </dgm:pt>
    <dgm:pt modelId="{A312D26D-F64D-45F4-9656-B4E596A38352}" type="sibTrans" cxnId="{9ABDECC0-5362-45F4-B344-AEFB67DCF9B1}">
      <dgm:prSet/>
      <dgm:spPr/>
      <dgm:t>
        <a:bodyPr/>
        <a:lstStyle/>
        <a:p>
          <a:endParaRPr lang="en-US"/>
        </a:p>
      </dgm:t>
    </dgm:pt>
    <dgm:pt modelId="{BF1A283D-E7A1-4509-89E2-C057C54B7A0B}">
      <dgm:prSet/>
      <dgm:spPr/>
      <dgm:t>
        <a:bodyPr/>
        <a:lstStyle/>
        <a:p>
          <a:r>
            <a:rPr lang="en-US" dirty="0" smtClean="0"/>
            <a:t>Stadium</a:t>
          </a:r>
          <a:endParaRPr lang="en-US" dirty="0"/>
        </a:p>
      </dgm:t>
    </dgm:pt>
    <dgm:pt modelId="{957B9013-BFEE-4D75-89A2-55CC5D538B41}" type="parTrans" cxnId="{BDD4529E-5D2B-461C-9D80-C3661195383B}">
      <dgm:prSet/>
      <dgm:spPr/>
      <dgm:t>
        <a:bodyPr/>
        <a:lstStyle/>
        <a:p>
          <a:endParaRPr lang="en-US"/>
        </a:p>
      </dgm:t>
    </dgm:pt>
    <dgm:pt modelId="{6ECCE442-066A-4866-A6BC-E3EDD92EE4BD}" type="sibTrans" cxnId="{BDD4529E-5D2B-461C-9D80-C3661195383B}">
      <dgm:prSet/>
      <dgm:spPr/>
      <dgm:t>
        <a:bodyPr/>
        <a:lstStyle/>
        <a:p>
          <a:endParaRPr lang="en-US"/>
        </a:p>
      </dgm:t>
    </dgm:pt>
    <dgm:pt modelId="{D94F7687-7573-4A0E-A6E6-408440A32D23}">
      <dgm:prSet/>
      <dgm:spPr/>
      <dgm:t>
        <a:bodyPr/>
        <a:lstStyle/>
        <a:p>
          <a:endParaRPr lang="en-US" dirty="0"/>
        </a:p>
      </dgm:t>
    </dgm:pt>
    <dgm:pt modelId="{54D2FCFB-0F86-4021-8EB8-4B745562840E}" type="parTrans" cxnId="{5138E197-9666-4522-AF94-AA773569A41B}">
      <dgm:prSet/>
      <dgm:spPr/>
      <dgm:t>
        <a:bodyPr/>
        <a:lstStyle/>
        <a:p>
          <a:endParaRPr lang="en-US"/>
        </a:p>
      </dgm:t>
    </dgm:pt>
    <dgm:pt modelId="{5D2518EF-6315-45A8-8B7B-7C55312F44C7}" type="sibTrans" cxnId="{5138E197-9666-4522-AF94-AA773569A41B}">
      <dgm:prSet/>
      <dgm:spPr/>
      <dgm:t>
        <a:bodyPr/>
        <a:lstStyle/>
        <a:p>
          <a:endParaRPr lang="en-US"/>
        </a:p>
      </dgm:t>
    </dgm:pt>
    <dgm:pt modelId="{D0B31DB0-F20E-4BB1-8DCB-974539AD6A38}">
      <dgm:prSet/>
      <dgm:spPr/>
      <dgm:t>
        <a:bodyPr/>
        <a:lstStyle/>
        <a:p>
          <a:r>
            <a:rPr lang="en-US" dirty="0" smtClean="0"/>
            <a:t>Concert</a:t>
          </a:r>
          <a:endParaRPr lang="en-US" dirty="0"/>
        </a:p>
      </dgm:t>
    </dgm:pt>
    <dgm:pt modelId="{F1A164DA-E243-43EA-B4A9-201EBE4B120E}" type="parTrans" cxnId="{49290241-4105-436B-8A07-9B3B4E238476}">
      <dgm:prSet/>
      <dgm:spPr/>
    </dgm:pt>
    <dgm:pt modelId="{090729ED-FDC3-43F2-B937-B9D00DF19A73}" type="sibTrans" cxnId="{49290241-4105-436B-8A07-9B3B4E238476}">
      <dgm:prSet/>
      <dgm:spPr/>
    </dgm:pt>
    <dgm:pt modelId="{2CB9EE1D-7706-43C0-8806-C3B29F03E899}">
      <dgm:prSet phldrT="[Text]"/>
      <dgm:spPr/>
      <dgm:t>
        <a:bodyPr/>
        <a:lstStyle/>
        <a:p>
          <a:r>
            <a:rPr lang="en-US" dirty="0" smtClean="0"/>
            <a:t>Condos</a:t>
          </a:r>
          <a:endParaRPr lang="en-US" dirty="0"/>
        </a:p>
      </dgm:t>
    </dgm:pt>
    <dgm:pt modelId="{1C2023D6-5BAD-48F8-8ECA-6A648A46A0D7}" type="parTrans" cxnId="{A82C6760-124C-4B83-AEB2-4D1ADB0BF74A}">
      <dgm:prSet/>
      <dgm:spPr/>
    </dgm:pt>
    <dgm:pt modelId="{71218C14-27AA-471F-AA66-2E569A6E9003}" type="sibTrans" cxnId="{A82C6760-124C-4B83-AEB2-4D1ADB0BF74A}">
      <dgm:prSet/>
      <dgm:spPr/>
    </dgm:pt>
    <dgm:pt modelId="{A05F202C-13C8-412D-8A2B-2E2A46DBE11B}">
      <dgm:prSet phldrT="[Text]"/>
      <dgm:spPr/>
      <dgm:t>
        <a:bodyPr/>
        <a:lstStyle/>
        <a:p>
          <a:r>
            <a:rPr lang="en-US" dirty="0" smtClean="0"/>
            <a:t>Suites</a:t>
          </a:r>
          <a:endParaRPr lang="en-US" dirty="0"/>
        </a:p>
      </dgm:t>
    </dgm:pt>
    <dgm:pt modelId="{DE7B7C70-6C63-4908-89CC-2423EAAD7232}" type="parTrans" cxnId="{2ADF696E-E0F7-4190-87A4-D5325F959A09}">
      <dgm:prSet/>
      <dgm:spPr/>
    </dgm:pt>
    <dgm:pt modelId="{057F35C1-9874-41E5-90E9-40ED44952450}" type="sibTrans" cxnId="{2ADF696E-E0F7-4190-87A4-D5325F959A09}">
      <dgm:prSet/>
      <dgm:spPr/>
    </dgm:pt>
    <dgm:pt modelId="{0C01261C-65F7-4B86-8E09-3E67BDCC1236}" type="pres">
      <dgm:prSet presAssocID="{6E2049AF-C1F0-44C9-9BE6-8DCD9806FE98}" presName="diagram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F9ED386-1A9F-4432-BB9C-36D710425C22}" type="pres">
      <dgm:prSet presAssocID="{D2115C0D-8F2C-443C-B3BE-CE21229891C8}" presName="compNode" presStyleCnt="0"/>
      <dgm:spPr/>
    </dgm:pt>
    <dgm:pt modelId="{9E848520-193A-4D67-B645-1669A8F8128C}" type="pres">
      <dgm:prSet presAssocID="{D2115C0D-8F2C-443C-B3BE-CE21229891C8}" presName="childRec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E71EB1-53E4-4D3B-8DEB-49E70C136EAA}" type="pres">
      <dgm:prSet presAssocID="{D2115C0D-8F2C-443C-B3BE-CE21229891C8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BFB3B9-F31D-43B2-9391-42F5ECFE33B7}" type="pres">
      <dgm:prSet presAssocID="{D2115C0D-8F2C-443C-B3BE-CE21229891C8}" presName="parentRect" presStyleLbl="alignNode1" presStyleIdx="0" presStyleCnt="4"/>
      <dgm:spPr/>
      <dgm:t>
        <a:bodyPr/>
        <a:lstStyle/>
        <a:p>
          <a:endParaRPr lang="en-US"/>
        </a:p>
      </dgm:t>
    </dgm:pt>
    <dgm:pt modelId="{08B805D6-2955-4DCD-8EB0-B3BEAD563D8F}" type="pres">
      <dgm:prSet presAssocID="{D2115C0D-8F2C-443C-B3BE-CE21229891C8}" presName="adorn" presStyleLbl="fgAccFollowNode1" presStyleIdx="0" presStyleCnt="4" custLinFactNeighborX="-22503" custLinFactNeighborY="-2025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3214CBC0-EB34-46AF-9E5E-43EB31BEE39C}" type="pres">
      <dgm:prSet presAssocID="{6EDCCD6A-C98B-4E48-9915-9D1404ABBD6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82FD87B9-BE6F-4C67-B8F2-969E9677BFED}" type="pres">
      <dgm:prSet presAssocID="{2570F8AC-25DB-450E-A0EC-D5EAC668EFAE}" presName="compNode" presStyleCnt="0"/>
      <dgm:spPr/>
    </dgm:pt>
    <dgm:pt modelId="{BD1E5A2F-23AF-4E95-9597-D67A5E9B3B37}" type="pres">
      <dgm:prSet presAssocID="{2570F8AC-25DB-450E-A0EC-D5EAC668EFAE}" presName="childRec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FCCF19-144D-4FD7-B505-4FA618BD2E9A}" type="pres">
      <dgm:prSet presAssocID="{2570F8AC-25DB-450E-A0EC-D5EAC668EFAE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0BE6B6-42C1-40BD-8BFD-F0355F0326BB}" type="pres">
      <dgm:prSet presAssocID="{2570F8AC-25DB-450E-A0EC-D5EAC668EFAE}" presName="parentRect" presStyleLbl="alignNode1" presStyleIdx="1" presStyleCnt="4"/>
      <dgm:spPr/>
      <dgm:t>
        <a:bodyPr/>
        <a:lstStyle/>
        <a:p>
          <a:endParaRPr lang="en-US"/>
        </a:p>
      </dgm:t>
    </dgm:pt>
    <dgm:pt modelId="{19C00407-801E-48EA-9544-35C30E2CFC6E}" type="pres">
      <dgm:prSet presAssocID="{2570F8AC-25DB-450E-A0EC-D5EAC668EFAE}" presName="adorn" presStyleLbl="fgAccFollowNode1" presStyleIdx="1" presStyleCnt="4" custLinFactNeighborX="-20253" custLinFactNeighborY="-19127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035" t="8035" r="8035" b="8035"/>
          </a:stretch>
        </a:blipFill>
      </dgm:spPr>
      <dgm:t>
        <a:bodyPr/>
        <a:lstStyle/>
        <a:p>
          <a:endParaRPr lang="en-US"/>
        </a:p>
      </dgm:t>
    </dgm:pt>
    <dgm:pt modelId="{FFEBD071-3BC2-4D9E-BE09-32D4F8EC9A67}" type="pres">
      <dgm:prSet presAssocID="{BE1C572E-A4BF-4959-8E05-779E970DE72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A06D152-6476-448A-99E6-E04C1C244F24}" type="pres">
      <dgm:prSet presAssocID="{4D5DDD1E-D544-4CB2-945E-0EC9B323E1B5}" presName="compNode" presStyleCnt="0"/>
      <dgm:spPr/>
    </dgm:pt>
    <dgm:pt modelId="{ABBA2141-E315-44BE-AB32-6EF32A3B0CD0}" type="pres">
      <dgm:prSet presAssocID="{4D5DDD1E-D544-4CB2-945E-0EC9B323E1B5}" presName="childRec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CB7637-4BBB-4378-BD97-E00D32F880B0}" type="pres">
      <dgm:prSet presAssocID="{4D5DDD1E-D544-4CB2-945E-0EC9B323E1B5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412FAA-CABE-4298-9683-B523305A52CB}" type="pres">
      <dgm:prSet presAssocID="{4D5DDD1E-D544-4CB2-945E-0EC9B323E1B5}" presName="parentRect" presStyleLbl="alignNode1" presStyleIdx="2" presStyleCnt="4"/>
      <dgm:spPr/>
      <dgm:t>
        <a:bodyPr/>
        <a:lstStyle/>
        <a:p>
          <a:endParaRPr lang="en-US"/>
        </a:p>
      </dgm:t>
    </dgm:pt>
    <dgm:pt modelId="{E54D4430-D458-48FD-A364-4CB6630C8C9B}" type="pres">
      <dgm:prSet presAssocID="{4D5DDD1E-D544-4CB2-945E-0EC9B323E1B5}" presName="adorn" presStyleLbl="fgAccFollowNode1" presStyleIdx="2" presStyleCnt="4" custLinFactNeighborX="-18002" custLinFactNeighborY="-1912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9ADAB083-F28C-41FD-B669-A01DB495533D}" type="pres">
      <dgm:prSet presAssocID="{347F49B2-1A8C-45E0-9BA4-30C77A92AB1A}" presName="sibTrans" presStyleLbl="sibTrans2D1" presStyleIdx="0" presStyleCnt="0"/>
      <dgm:spPr/>
      <dgm:t>
        <a:bodyPr/>
        <a:lstStyle/>
        <a:p>
          <a:endParaRPr lang="en-US"/>
        </a:p>
      </dgm:t>
    </dgm:pt>
    <dgm:pt modelId="{BD951186-B270-45B6-860D-0AFB99630C5E}" type="pres">
      <dgm:prSet presAssocID="{C99F2B88-506F-4D5B-B906-9CF8EAFFA4BA}" presName="compNode" presStyleCnt="0"/>
      <dgm:spPr/>
    </dgm:pt>
    <dgm:pt modelId="{F7CD0160-3E4D-4350-A0E4-87BF2EC7910D}" type="pres">
      <dgm:prSet presAssocID="{C99F2B88-506F-4D5B-B906-9CF8EAFFA4BA}" presName="childRec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2C5CB5-1476-4D2B-89C6-7FC1B633ADB9}" type="pres">
      <dgm:prSet presAssocID="{C99F2B88-506F-4D5B-B906-9CF8EAFFA4BA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5BA734-E135-4E85-804D-9CF8B92A11B9}" type="pres">
      <dgm:prSet presAssocID="{C99F2B88-506F-4D5B-B906-9CF8EAFFA4BA}" presName="parentRect" presStyleLbl="alignNode1" presStyleIdx="3" presStyleCnt="4"/>
      <dgm:spPr/>
      <dgm:t>
        <a:bodyPr/>
        <a:lstStyle/>
        <a:p>
          <a:endParaRPr lang="en-US"/>
        </a:p>
      </dgm:t>
    </dgm:pt>
    <dgm:pt modelId="{44AC3229-8580-4F83-92E3-50FC421BC72C}" type="pres">
      <dgm:prSet presAssocID="{C99F2B88-506F-4D5B-B906-9CF8EAFFA4BA}" presName="adorn" presStyleLbl="fgAccFollowNode1" presStyleIdx="3" presStyleCnt="4" custLinFactNeighborX="-21378" custLinFactNeighborY="-19127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815" b="3815"/>
          </a:stretch>
        </a:blipFill>
      </dgm:spPr>
      <dgm:t>
        <a:bodyPr/>
        <a:lstStyle/>
        <a:p>
          <a:endParaRPr lang="en-US"/>
        </a:p>
      </dgm:t>
    </dgm:pt>
  </dgm:ptLst>
  <dgm:cxnLst>
    <dgm:cxn modelId="{D42998EF-D604-4F25-B169-76FC804CE6F8}" srcId="{6E2049AF-C1F0-44C9-9BE6-8DCD9806FE98}" destId="{2570F8AC-25DB-450E-A0EC-D5EAC668EFAE}" srcOrd="1" destOrd="0" parTransId="{17B89A0D-222B-44F1-85BF-75EB7E38C0AC}" sibTransId="{BE1C572E-A4BF-4959-8E05-779E970DE723}"/>
    <dgm:cxn modelId="{A4E87990-297F-4B83-A089-146CC29495B7}" type="presOf" srcId="{D0B31DB0-F20E-4BB1-8DCB-974539AD6A38}" destId="{F7CD0160-3E4D-4350-A0E4-87BF2EC7910D}" srcOrd="0" destOrd="2" presId="urn:microsoft.com/office/officeart/2005/8/layout/bList2"/>
    <dgm:cxn modelId="{7B996E62-0F5E-4E96-8434-6C86ED289A54}" type="presOf" srcId="{2570F8AC-25DB-450E-A0EC-D5EAC668EFAE}" destId="{550BE6B6-42C1-40BD-8BFD-F0355F0326BB}" srcOrd="1" destOrd="0" presId="urn:microsoft.com/office/officeart/2005/8/layout/bList2"/>
    <dgm:cxn modelId="{E68A8A19-F86F-46EB-BA0D-F7757E9FF587}" type="presOf" srcId="{BF1A283D-E7A1-4509-89E2-C057C54B7A0B}" destId="{F7CD0160-3E4D-4350-A0E4-87BF2EC7910D}" srcOrd="0" destOrd="1" presId="urn:microsoft.com/office/officeart/2005/8/layout/bList2"/>
    <dgm:cxn modelId="{8965DA07-6BC0-43F1-807B-ECBB1298FAAD}" srcId="{6E2049AF-C1F0-44C9-9BE6-8DCD9806FE98}" destId="{D2115C0D-8F2C-443C-B3BE-CE21229891C8}" srcOrd="0" destOrd="0" parTransId="{49CFF0F4-C2FA-4E70-AC8D-12F37E2EA5D1}" sibTransId="{6EDCCD6A-C98B-4E48-9915-9D1404ABBD65}"/>
    <dgm:cxn modelId="{71462288-DDCA-4DDB-B7A4-ACE44B7345C2}" srcId="{4D5DDD1E-D544-4CB2-945E-0EC9B323E1B5}" destId="{90420571-372F-48B0-9ECE-9F2B304C2594}" srcOrd="1" destOrd="0" parTransId="{E72ABC14-6D9E-479D-85BE-0C7AA9117E6C}" sibTransId="{00F69E24-AD9D-4B47-9BD4-BC74557CCAB1}"/>
    <dgm:cxn modelId="{7A7E9F8B-EB6C-4CCF-A794-0CAD04322D23}" srcId="{D2115C0D-8F2C-443C-B3BE-CE21229891C8}" destId="{AE99E20E-91F6-4859-BEDA-F6DFE6FFD8DC}" srcOrd="1" destOrd="0" parTransId="{C9D0B50D-3647-45B1-B9C5-8913C5D1DAA6}" sibTransId="{F35FA600-E03D-46B2-B7B0-546A0D854703}"/>
    <dgm:cxn modelId="{A83F3D35-721C-4695-9858-BEC10DDECB4E}" type="presOf" srcId="{90420571-372F-48B0-9ECE-9F2B304C2594}" destId="{ABBA2141-E315-44BE-AB32-6EF32A3B0CD0}" srcOrd="0" destOrd="1" presId="urn:microsoft.com/office/officeart/2005/8/layout/bList2"/>
    <dgm:cxn modelId="{BEFBC90E-396F-4BE5-99BF-FA4E1E2E2B35}" type="presOf" srcId="{E09BE595-C91A-4178-B2CB-3CC6460230B6}" destId="{ABBA2141-E315-44BE-AB32-6EF32A3B0CD0}" srcOrd="0" destOrd="0" presId="urn:microsoft.com/office/officeart/2005/8/layout/bList2"/>
    <dgm:cxn modelId="{EAD5F51E-74FA-4164-8C33-76F30869F8D1}" srcId="{4D5DDD1E-D544-4CB2-945E-0EC9B323E1B5}" destId="{E09BE595-C91A-4178-B2CB-3CC6460230B6}" srcOrd="0" destOrd="0" parTransId="{92DA50AF-2892-47F3-8500-DBC0AB2DCE94}" sibTransId="{E8F13177-C75D-4CB1-B849-0FD917D37D0F}"/>
    <dgm:cxn modelId="{09361930-99E1-4D08-B09A-CD7800085950}" srcId="{D2115C0D-8F2C-443C-B3BE-CE21229891C8}" destId="{967D50C5-9C0F-4D24-A7E0-C1868D8A0A81}" srcOrd="0" destOrd="0" parTransId="{852BF8D3-E94A-4D51-896D-A8663B1CE505}" sibTransId="{1D589E86-C640-47AF-9AF8-3AB7D3B8F07D}"/>
    <dgm:cxn modelId="{919EEA69-8D0B-49D5-B093-0FD698708D3A}" type="presOf" srcId="{F490B1CB-140E-4949-9DC2-558AFB24F52D}" destId="{BD1E5A2F-23AF-4E95-9597-D67A5E9B3B37}" srcOrd="0" destOrd="3" presId="urn:microsoft.com/office/officeart/2005/8/layout/bList2"/>
    <dgm:cxn modelId="{5138E197-9666-4522-AF94-AA773569A41B}" srcId="{C99F2B88-506F-4D5B-B906-9CF8EAFFA4BA}" destId="{D94F7687-7573-4A0E-A6E6-408440A32D23}" srcOrd="3" destOrd="0" parTransId="{54D2FCFB-0F86-4021-8EB8-4B745562840E}" sibTransId="{5D2518EF-6315-45A8-8B7B-7C55312F44C7}"/>
    <dgm:cxn modelId="{49290241-4105-436B-8A07-9B3B4E238476}" srcId="{C99F2B88-506F-4D5B-B906-9CF8EAFFA4BA}" destId="{D0B31DB0-F20E-4BB1-8DCB-974539AD6A38}" srcOrd="2" destOrd="0" parTransId="{F1A164DA-E243-43EA-B4A9-201EBE4B120E}" sibTransId="{090729ED-FDC3-43F2-B937-B9D00DF19A73}"/>
    <dgm:cxn modelId="{CFB2F8FE-1990-4ED5-A5F3-104F3085E451}" type="presOf" srcId="{347F49B2-1A8C-45E0-9BA4-30C77A92AB1A}" destId="{9ADAB083-F28C-41FD-B669-A01DB495533D}" srcOrd="0" destOrd="0" presId="urn:microsoft.com/office/officeart/2005/8/layout/bList2"/>
    <dgm:cxn modelId="{69806B6B-F002-408D-850B-3671D5D150A0}" type="presOf" srcId="{2CB9EE1D-7706-43C0-8806-C3B29F03E899}" destId="{BD1E5A2F-23AF-4E95-9597-D67A5E9B3B37}" srcOrd="0" destOrd="1" presId="urn:microsoft.com/office/officeart/2005/8/layout/bList2"/>
    <dgm:cxn modelId="{BDD4529E-5D2B-461C-9D80-C3661195383B}" srcId="{C99F2B88-506F-4D5B-B906-9CF8EAFFA4BA}" destId="{BF1A283D-E7A1-4509-89E2-C057C54B7A0B}" srcOrd="1" destOrd="0" parTransId="{957B9013-BFEE-4D75-89A2-55CC5D538B41}" sibTransId="{6ECCE442-066A-4866-A6BC-E3EDD92EE4BD}"/>
    <dgm:cxn modelId="{264FCEA4-483E-4FAD-89AF-347FD357138B}" srcId="{D2115C0D-8F2C-443C-B3BE-CE21229891C8}" destId="{AA3D4D38-F92F-49D2-BC8C-72848C9C97A6}" srcOrd="3" destOrd="0" parTransId="{7CEBA906-3A48-4285-B801-1B24ACB57D27}" sibTransId="{A4E77BE6-7AC2-48F3-863B-2BF5B1CA15AF}"/>
    <dgm:cxn modelId="{4473CDE1-66D6-4222-8B9C-E684626532AF}" type="presOf" srcId="{967D50C5-9C0F-4D24-A7E0-C1868D8A0A81}" destId="{9E848520-193A-4D67-B645-1669A8F8128C}" srcOrd="0" destOrd="0" presId="urn:microsoft.com/office/officeart/2005/8/layout/bList2"/>
    <dgm:cxn modelId="{05688542-2705-44F8-879D-A698EBEF88D4}" type="presOf" srcId="{AAF5AF4B-F29F-48CE-AE8B-89A585462E1D}" destId="{F7CD0160-3E4D-4350-A0E4-87BF2EC7910D}" srcOrd="0" destOrd="0" presId="urn:microsoft.com/office/officeart/2005/8/layout/bList2"/>
    <dgm:cxn modelId="{736ABE05-4737-49BF-A1BE-D622861D86C4}" type="presOf" srcId="{AA3D4D38-F92F-49D2-BC8C-72848C9C97A6}" destId="{9E848520-193A-4D67-B645-1669A8F8128C}" srcOrd="0" destOrd="3" presId="urn:microsoft.com/office/officeart/2005/8/layout/bList2"/>
    <dgm:cxn modelId="{0F459949-9D3D-4699-9884-365AFB7F05F7}" type="presOf" srcId="{4D5DDD1E-D544-4CB2-945E-0EC9B323E1B5}" destId="{F0412FAA-CABE-4298-9683-B523305A52CB}" srcOrd="1" destOrd="0" presId="urn:microsoft.com/office/officeart/2005/8/layout/bList2"/>
    <dgm:cxn modelId="{B42925D6-A5B6-433A-B5FB-298CF15AB15A}" srcId="{6E2049AF-C1F0-44C9-9BE6-8DCD9806FE98}" destId="{C99F2B88-506F-4D5B-B906-9CF8EAFFA4BA}" srcOrd="3" destOrd="0" parTransId="{26F9F6F0-E504-4C1B-83A8-B219CB8E91AE}" sibTransId="{EE232FFB-FA0D-4F0F-85ED-8123AC601670}"/>
    <dgm:cxn modelId="{A58D8923-A49F-42AC-96A4-D9AC915DD059}" type="presOf" srcId="{A05F202C-13C8-412D-8A2B-2E2A46DBE11B}" destId="{BD1E5A2F-23AF-4E95-9597-D67A5E9B3B37}" srcOrd="0" destOrd="2" presId="urn:microsoft.com/office/officeart/2005/8/layout/bList2"/>
    <dgm:cxn modelId="{B4E14D61-C216-4C33-8750-E50CB4D12C2B}" srcId="{6E2049AF-C1F0-44C9-9BE6-8DCD9806FE98}" destId="{4D5DDD1E-D544-4CB2-945E-0EC9B323E1B5}" srcOrd="2" destOrd="0" parTransId="{1749FE23-FEFA-4630-8D78-878C6F2DD09C}" sibTransId="{347F49B2-1A8C-45E0-9BA4-30C77A92AB1A}"/>
    <dgm:cxn modelId="{C94D4BD4-3292-4619-B810-09263BE53514}" type="presOf" srcId="{4D5DDD1E-D544-4CB2-945E-0EC9B323E1B5}" destId="{61CB7637-4BBB-4378-BD97-E00D32F880B0}" srcOrd="0" destOrd="0" presId="urn:microsoft.com/office/officeart/2005/8/layout/bList2"/>
    <dgm:cxn modelId="{431BEC7F-5BF2-475E-A31A-16683C7F8F67}" type="presOf" srcId="{AE99E20E-91F6-4859-BEDA-F6DFE6FFD8DC}" destId="{9E848520-193A-4D67-B645-1669A8F8128C}" srcOrd="0" destOrd="1" presId="urn:microsoft.com/office/officeart/2005/8/layout/bList2"/>
    <dgm:cxn modelId="{F5251035-01B8-413D-9DA2-310ECB8F76EC}" type="presOf" srcId="{E3B6CCB6-C034-424F-8F76-85A87BFE5282}" destId="{ABBA2141-E315-44BE-AB32-6EF32A3B0CD0}" srcOrd="0" destOrd="2" presId="urn:microsoft.com/office/officeart/2005/8/layout/bList2"/>
    <dgm:cxn modelId="{DA0AD959-27A9-40AD-A1F2-F97FCBCA823B}" type="presOf" srcId="{C99F2B88-506F-4D5B-B906-9CF8EAFFA4BA}" destId="{7C5BA734-E135-4E85-804D-9CF8B92A11B9}" srcOrd="1" destOrd="0" presId="urn:microsoft.com/office/officeart/2005/8/layout/bList2"/>
    <dgm:cxn modelId="{3B6382E2-449C-46DF-B6C9-1F588257A042}" type="presOf" srcId="{D2115C0D-8F2C-443C-B3BE-CE21229891C8}" destId="{97E71EB1-53E4-4D3B-8DEB-49E70C136EAA}" srcOrd="0" destOrd="0" presId="urn:microsoft.com/office/officeart/2005/8/layout/bList2"/>
    <dgm:cxn modelId="{48A263FD-2CA0-481B-85AC-CFA8508752C6}" srcId="{2570F8AC-25DB-450E-A0EC-D5EAC668EFAE}" destId="{F490B1CB-140E-4949-9DC2-558AFB24F52D}" srcOrd="3" destOrd="0" parTransId="{B9D4C508-93A7-4C80-A117-89F30CF43283}" sibTransId="{2ACC87A8-DEEB-481E-994F-8BF479CEDE70}"/>
    <dgm:cxn modelId="{9ABDECC0-5362-45F4-B344-AEFB67DCF9B1}" srcId="{4D5DDD1E-D544-4CB2-945E-0EC9B323E1B5}" destId="{E3B6CCB6-C034-424F-8F76-85A87BFE5282}" srcOrd="2" destOrd="0" parTransId="{05992BF9-7C90-4DF2-B86C-FAC8AA4EFF2B}" sibTransId="{A312D26D-F64D-45F4-9656-B4E596A38352}"/>
    <dgm:cxn modelId="{23D01C12-1692-4E84-8663-9E425CF4A2DA}" type="presOf" srcId="{43BCA171-AF12-49CE-98B8-DC5B82DD9C05}" destId="{9E848520-193A-4D67-B645-1669A8F8128C}" srcOrd="0" destOrd="2" presId="urn:microsoft.com/office/officeart/2005/8/layout/bList2"/>
    <dgm:cxn modelId="{F61899CA-6615-4569-8789-F4B995C6E092}" type="presOf" srcId="{D2115C0D-8F2C-443C-B3BE-CE21229891C8}" destId="{ACBFB3B9-F31D-43B2-9391-42F5ECFE33B7}" srcOrd="1" destOrd="0" presId="urn:microsoft.com/office/officeart/2005/8/layout/bList2"/>
    <dgm:cxn modelId="{64ACE010-2573-4CFE-AF7D-2BE41C1B60B1}" type="presOf" srcId="{C99F2B88-506F-4D5B-B906-9CF8EAFFA4BA}" destId="{712C5CB5-1476-4D2B-89C6-7FC1B633ADB9}" srcOrd="0" destOrd="0" presId="urn:microsoft.com/office/officeart/2005/8/layout/bList2"/>
    <dgm:cxn modelId="{A82C6760-124C-4B83-AEB2-4D1ADB0BF74A}" srcId="{2570F8AC-25DB-450E-A0EC-D5EAC668EFAE}" destId="{2CB9EE1D-7706-43C0-8806-C3B29F03E899}" srcOrd="1" destOrd="0" parTransId="{1C2023D6-5BAD-48F8-8ECA-6A648A46A0D7}" sibTransId="{71218C14-27AA-471F-AA66-2E569A6E9003}"/>
    <dgm:cxn modelId="{62929A76-8CF2-4C1E-92EC-E51A675DFB74}" type="presOf" srcId="{D94F7687-7573-4A0E-A6E6-408440A32D23}" destId="{F7CD0160-3E4D-4350-A0E4-87BF2EC7910D}" srcOrd="0" destOrd="3" presId="urn:microsoft.com/office/officeart/2005/8/layout/bList2"/>
    <dgm:cxn modelId="{1BD8D6B9-EB2C-4F01-9A4C-069123CD08B7}" type="presOf" srcId="{6E2049AF-C1F0-44C9-9BE6-8DCD9806FE98}" destId="{0C01261C-65F7-4B86-8E09-3E67BDCC1236}" srcOrd="0" destOrd="0" presId="urn:microsoft.com/office/officeart/2005/8/layout/bList2"/>
    <dgm:cxn modelId="{1A004141-1649-4E36-8D1D-AF8392FC7B21}" type="presOf" srcId="{2570F8AC-25DB-450E-A0EC-D5EAC668EFAE}" destId="{EDFCCF19-144D-4FD7-B505-4FA618BD2E9A}" srcOrd="0" destOrd="0" presId="urn:microsoft.com/office/officeart/2005/8/layout/bList2"/>
    <dgm:cxn modelId="{EB995D8D-4DBC-4547-8B27-748E19339652}" type="presOf" srcId="{6EDCCD6A-C98B-4E48-9915-9D1404ABBD65}" destId="{3214CBC0-EB34-46AF-9E5E-43EB31BEE39C}" srcOrd="0" destOrd="0" presId="urn:microsoft.com/office/officeart/2005/8/layout/bList2"/>
    <dgm:cxn modelId="{62DB772A-A46A-4DFE-9B55-B2D799D96A70}" srcId="{2570F8AC-25DB-450E-A0EC-D5EAC668EFAE}" destId="{E93C0FBD-1904-4F41-9A2E-019C82127F04}" srcOrd="0" destOrd="0" parTransId="{30E09A47-78A4-413D-A494-84E19E1E3D04}" sibTransId="{2257CE36-BE33-451B-809E-B23D3AF1200B}"/>
    <dgm:cxn modelId="{BB665A74-EB06-4551-B502-C038CF311628}" srcId="{D2115C0D-8F2C-443C-B3BE-CE21229891C8}" destId="{43BCA171-AF12-49CE-98B8-DC5B82DD9C05}" srcOrd="2" destOrd="0" parTransId="{E9889E23-FC4E-48D1-9CC3-647C55AB3104}" sibTransId="{F6747C61-F115-42AD-BDF4-706214F03370}"/>
    <dgm:cxn modelId="{2ADF696E-E0F7-4190-87A4-D5325F959A09}" srcId="{2570F8AC-25DB-450E-A0EC-D5EAC668EFAE}" destId="{A05F202C-13C8-412D-8A2B-2E2A46DBE11B}" srcOrd="2" destOrd="0" parTransId="{DE7B7C70-6C63-4908-89CC-2423EAAD7232}" sibTransId="{057F35C1-9874-41E5-90E9-40ED44952450}"/>
    <dgm:cxn modelId="{53BBE99E-624F-4B35-8C37-B294DB651E68}" type="presOf" srcId="{E93C0FBD-1904-4F41-9A2E-019C82127F04}" destId="{BD1E5A2F-23AF-4E95-9597-D67A5E9B3B37}" srcOrd="0" destOrd="0" presId="urn:microsoft.com/office/officeart/2005/8/layout/bList2"/>
    <dgm:cxn modelId="{733D4926-48B5-49BA-B9D4-1B7D552D269E}" srcId="{C99F2B88-506F-4D5B-B906-9CF8EAFFA4BA}" destId="{AAF5AF4B-F29F-48CE-AE8B-89A585462E1D}" srcOrd="0" destOrd="0" parTransId="{2950F322-3B14-4EE4-BFBD-323B001739F9}" sibTransId="{75BBB208-B207-46AC-B40A-7072C0F02016}"/>
    <dgm:cxn modelId="{C3AE9336-796A-4673-987F-35C7A98DCEFD}" type="presOf" srcId="{BE1C572E-A4BF-4959-8E05-779E970DE723}" destId="{FFEBD071-3BC2-4D9E-BE09-32D4F8EC9A67}" srcOrd="0" destOrd="0" presId="urn:microsoft.com/office/officeart/2005/8/layout/bList2"/>
    <dgm:cxn modelId="{9E5ECEEE-8E24-480D-A3AC-9CF3FBD3FA44}" type="presParOf" srcId="{0C01261C-65F7-4B86-8E09-3E67BDCC1236}" destId="{7F9ED386-1A9F-4432-BB9C-36D710425C22}" srcOrd="0" destOrd="0" presId="urn:microsoft.com/office/officeart/2005/8/layout/bList2"/>
    <dgm:cxn modelId="{E99C27EE-CDCD-44DB-A46E-F9CA83873BB7}" type="presParOf" srcId="{7F9ED386-1A9F-4432-BB9C-36D710425C22}" destId="{9E848520-193A-4D67-B645-1669A8F8128C}" srcOrd="0" destOrd="0" presId="urn:microsoft.com/office/officeart/2005/8/layout/bList2"/>
    <dgm:cxn modelId="{D6C9FF50-59ED-4FE8-B1F1-E4085C1171B1}" type="presParOf" srcId="{7F9ED386-1A9F-4432-BB9C-36D710425C22}" destId="{97E71EB1-53E4-4D3B-8DEB-49E70C136EAA}" srcOrd="1" destOrd="0" presId="urn:microsoft.com/office/officeart/2005/8/layout/bList2"/>
    <dgm:cxn modelId="{5976EE43-960D-4A63-832D-171C00B27ED5}" type="presParOf" srcId="{7F9ED386-1A9F-4432-BB9C-36D710425C22}" destId="{ACBFB3B9-F31D-43B2-9391-42F5ECFE33B7}" srcOrd="2" destOrd="0" presId="urn:microsoft.com/office/officeart/2005/8/layout/bList2"/>
    <dgm:cxn modelId="{B520ED23-7597-4EA5-A4AE-BE6E2FD7CD3F}" type="presParOf" srcId="{7F9ED386-1A9F-4432-BB9C-36D710425C22}" destId="{08B805D6-2955-4DCD-8EB0-B3BEAD563D8F}" srcOrd="3" destOrd="0" presId="urn:microsoft.com/office/officeart/2005/8/layout/bList2"/>
    <dgm:cxn modelId="{FEC97281-2457-4F41-B152-4BD181587689}" type="presParOf" srcId="{0C01261C-65F7-4B86-8E09-3E67BDCC1236}" destId="{3214CBC0-EB34-46AF-9E5E-43EB31BEE39C}" srcOrd="1" destOrd="0" presId="urn:microsoft.com/office/officeart/2005/8/layout/bList2"/>
    <dgm:cxn modelId="{8F350B3E-93D3-4461-AB50-8189FAC3B106}" type="presParOf" srcId="{0C01261C-65F7-4B86-8E09-3E67BDCC1236}" destId="{82FD87B9-BE6F-4C67-B8F2-969E9677BFED}" srcOrd="2" destOrd="0" presId="urn:microsoft.com/office/officeart/2005/8/layout/bList2"/>
    <dgm:cxn modelId="{62CB31B3-54CC-4590-94EA-E7C3F698E7BE}" type="presParOf" srcId="{82FD87B9-BE6F-4C67-B8F2-969E9677BFED}" destId="{BD1E5A2F-23AF-4E95-9597-D67A5E9B3B37}" srcOrd="0" destOrd="0" presId="urn:microsoft.com/office/officeart/2005/8/layout/bList2"/>
    <dgm:cxn modelId="{4E77B4BE-320D-4435-984C-DA3F7986C2C4}" type="presParOf" srcId="{82FD87B9-BE6F-4C67-B8F2-969E9677BFED}" destId="{EDFCCF19-144D-4FD7-B505-4FA618BD2E9A}" srcOrd="1" destOrd="0" presId="urn:microsoft.com/office/officeart/2005/8/layout/bList2"/>
    <dgm:cxn modelId="{DF37AEB3-5E55-470C-9341-6311F96EC2F1}" type="presParOf" srcId="{82FD87B9-BE6F-4C67-B8F2-969E9677BFED}" destId="{550BE6B6-42C1-40BD-8BFD-F0355F0326BB}" srcOrd="2" destOrd="0" presId="urn:microsoft.com/office/officeart/2005/8/layout/bList2"/>
    <dgm:cxn modelId="{2609C51C-D781-4101-9C29-3340750F667A}" type="presParOf" srcId="{82FD87B9-BE6F-4C67-B8F2-969E9677BFED}" destId="{19C00407-801E-48EA-9544-35C30E2CFC6E}" srcOrd="3" destOrd="0" presId="urn:microsoft.com/office/officeart/2005/8/layout/bList2"/>
    <dgm:cxn modelId="{D6AC3D97-2C13-4792-ACE9-E16148FD710B}" type="presParOf" srcId="{0C01261C-65F7-4B86-8E09-3E67BDCC1236}" destId="{FFEBD071-3BC2-4D9E-BE09-32D4F8EC9A67}" srcOrd="3" destOrd="0" presId="urn:microsoft.com/office/officeart/2005/8/layout/bList2"/>
    <dgm:cxn modelId="{64B6D10C-4588-44D6-BD2D-CF8BC5EC94FE}" type="presParOf" srcId="{0C01261C-65F7-4B86-8E09-3E67BDCC1236}" destId="{4A06D152-6476-448A-99E6-E04C1C244F24}" srcOrd="4" destOrd="0" presId="urn:microsoft.com/office/officeart/2005/8/layout/bList2"/>
    <dgm:cxn modelId="{6BE46DA1-2B5D-4567-871A-AF60838D99C3}" type="presParOf" srcId="{4A06D152-6476-448A-99E6-E04C1C244F24}" destId="{ABBA2141-E315-44BE-AB32-6EF32A3B0CD0}" srcOrd="0" destOrd="0" presId="urn:microsoft.com/office/officeart/2005/8/layout/bList2"/>
    <dgm:cxn modelId="{258C305C-FEF7-438D-9371-F6538E6B678E}" type="presParOf" srcId="{4A06D152-6476-448A-99E6-E04C1C244F24}" destId="{61CB7637-4BBB-4378-BD97-E00D32F880B0}" srcOrd="1" destOrd="0" presId="urn:microsoft.com/office/officeart/2005/8/layout/bList2"/>
    <dgm:cxn modelId="{7C49266D-DAB2-4D85-826D-768D37B97ABB}" type="presParOf" srcId="{4A06D152-6476-448A-99E6-E04C1C244F24}" destId="{F0412FAA-CABE-4298-9683-B523305A52CB}" srcOrd="2" destOrd="0" presId="urn:microsoft.com/office/officeart/2005/8/layout/bList2"/>
    <dgm:cxn modelId="{8DA7E9C7-C90C-431F-A116-1CFBE5F614D1}" type="presParOf" srcId="{4A06D152-6476-448A-99E6-E04C1C244F24}" destId="{E54D4430-D458-48FD-A364-4CB6630C8C9B}" srcOrd="3" destOrd="0" presId="urn:microsoft.com/office/officeart/2005/8/layout/bList2"/>
    <dgm:cxn modelId="{F52F4CCB-FEA3-4191-9752-E9A2C80B716A}" type="presParOf" srcId="{0C01261C-65F7-4B86-8E09-3E67BDCC1236}" destId="{9ADAB083-F28C-41FD-B669-A01DB495533D}" srcOrd="5" destOrd="0" presId="urn:microsoft.com/office/officeart/2005/8/layout/bList2"/>
    <dgm:cxn modelId="{BE68CD3A-E4B1-497E-B105-C89769EAA699}" type="presParOf" srcId="{0C01261C-65F7-4B86-8E09-3E67BDCC1236}" destId="{BD951186-B270-45B6-860D-0AFB99630C5E}" srcOrd="6" destOrd="0" presId="urn:microsoft.com/office/officeart/2005/8/layout/bList2"/>
    <dgm:cxn modelId="{E19763CA-2EDA-43EB-9BDD-6B36CCE436DF}" type="presParOf" srcId="{BD951186-B270-45B6-860D-0AFB99630C5E}" destId="{F7CD0160-3E4D-4350-A0E4-87BF2EC7910D}" srcOrd="0" destOrd="0" presId="urn:microsoft.com/office/officeart/2005/8/layout/bList2"/>
    <dgm:cxn modelId="{A270C1C4-7489-43AE-899C-E3675ECA0CFA}" type="presParOf" srcId="{BD951186-B270-45B6-860D-0AFB99630C5E}" destId="{712C5CB5-1476-4D2B-89C6-7FC1B633ADB9}" srcOrd="1" destOrd="0" presId="urn:microsoft.com/office/officeart/2005/8/layout/bList2"/>
    <dgm:cxn modelId="{30510111-0B97-438F-B27B-358ABB7E3DBC}" type="presParOf" srcId="{BD951186-B270-45B6-860D-0AFB99630C5E}" destId="{7C5BA734-E135-4E85-804D-9CF8B92A11B9}" srcOrd="2" destOrd="0" presId="urn:microsoft.com/office/officeart/2005/8/layout/bList2"/>
    <dgm:cxn modelId="{5936DDDF-2FC6-42EC-8475-16B88FDCA699}" type="presParOf" srcId="{BD951186-B270-45B6-860D-0AFB99630C5E}" destId="{44AC3229-8580-4F83-92E3-50FC421BC72C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6ED808-0085-416A-B8DA-8E6A21D2644F}" type="doc">
      <dgm:prSet loTypeId="urn:microsoft.com/office/officeart/2005/8/layout/h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4B0A973-EB7F-4434-8852-DE5AE1445F67}">
      <dgm:prSet phldrT="[Text]"/>
      <dgm:spPr/>
      <dgm:t>
        <a:bodyPr/>
        <a:lstStyle/>
        <a:p>
          <a:r>
            <a:rPr lang="en-US" dirty="0" smtClean="0"/>
            <a:t>Library</a:t>
          </a:r>
          <a:endParaRPr lang="en-US" dirty="0"/>
        </a:p>
      </dgm:t>
    </dgm:pt>
    <dgm:pt modelId="{FEC9C8BB-08CB-4D90-8109-BE6BC7E2815D}" type="parTrans" cxnId="{7D505842-44D3-421E-A13C-D2A17D20996A}">
      <dgm:prSet/>
      <dgm:spPr/>
      <dgm:t>
        <a:bodyPr/>
        <a:lstStyle/>
        <a:p>
          <a:endParaRPr lang="en-US"/>
        </a:p>
      </dgm:t>
    </dgm:pt>
    <dgm:pt modelId="{04D33DA9-B851-4C15-B277-F4CE5791C2E3}" type="sibTrans" cxnId="{7D505842-44D3-421E-A13C-D2A17D20996A}">
      <dgm:prSet/>
      <dgm:spPr/>
      <dgm:t>
        <a:bodyPr/>
        <a:lstStyle/>
        <a:p>
          <a:endParaRPr lang="en-US"/>
        </a:p>
      </dgm:t>
    </dgm:pt>
    <dgm:pt modelId="{990322EA-8BE8-4735-ACFB-056B54FEE94A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2000" dirty="0" smtClean="0"/>
            <a:t>Books</a:t>
          </a:r>
          <a:endParaRPr lang="en-US" sz="2000" dirty="0"/>
        </a:p>
      </dgm:t>
    </dgm:pt>
    <dgm:pt modelId="{88B16071-6E12-4782-91BC-243A4C114EF1}" type="parTrans" cxnId="{EE94895A-41DF-46CA-85FE-493D0E53A8DA}">
      <dgm:prSet/>
      <dgm:spPr/>
      <dgm:t>
        <a:bodyPr/>
        <a:lstStyle/>
        <a:p>
          <a:endParaRPr lang="en-US"/>
        </a:p>
      </dgm:t>
    </dgm:pt>
    <dgm:pt modelId="{F12B860F-C86C-47A3-81F0-4794C2763EDA}" type="sibTrans" cxnId="{EE94895A-41DF-46CA-85FE-493D0E53A8DA}">
      <dgm:prSet/>
      <dgm:spPr/>
      <dgm:t>
        <a:bodyPr/>
        <a:lstStyle/>
        <a:p>
          <a:endParaRPr lang="en-US"/>
        </a:p>
      </dgm:t>
    </dgm:pt>
    <dgm:pt modelId="{CBAE8242-4052-4683-8B3E-1DEDBF184E57}">
      <dgm:prSet phldrT="[Text]"/>
      <dgm:spPr/>
      <dgm:t>
        <a:bodyPr/>
        <a:lstStyle/>
        <a:p>
          <a:r>
            <a:rPr lang="en-US" dirty="0" smtClean="0"/>
            <a:t>Education</a:t>
          </a:r>
          <a:endParaRPr lang="en-US" dirty="0"/>
        </a:p>
      </dgm:t>
    </dgm:pt>
    <dgm:pt modelId="{0A0DB9C7-AAEE-4878-8C02-D556E33C887E}" type="parTrans" cxnId="{4813F949-1B22-4F41-8697-BFFC6C26009D}">
      <dgm:prSet/>
      <dgm:spPr/>
      <dgm:t>
        <a:bodyPr/>
        <a:lstStyle/>
        <a:p>
          <a:endParaRPr lang="en-US"/>
        </a:p>
      </dgm:t>
    </dgm:pt>
    <dgm:pt modelId="{D64D83CC-CCFB-4267-A537-4DD4A17C85B5}" type="sibTrans" cxnId="{4813F949-1B22-4F41-8697-BFFC6C26009D}">
      <dgm:prSet/>
      <dgm:spPr/>
      <dgm:t>
        <a:bodyPr/>
        <a:lstStyle/>
        <a:p>
          <a:endParaRPr lang="en-US"/>
        </a:p>
      </dgm:t>
    </dgm:pt>
    <dgm:pt modelId="{8C58F9F8-76BC-45FC-A9BA-5A637CBE9507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1800" dirty="0" smtClean="0"/>
            <a:t>Exams</a:t>
          </a:r>
          <a:endParaRPr lang="en-US" sz="1800" dirty="0"/>
        </a:p>
      </dgm:t>
    </dgm:pt>
    <dgm:pt modelId="{F0005D79-5BD3-401B-8141-ED146EA143B2}" type="parTrans" cxnId="{B3282063-1093-45FB-B30D-F544784E12A5}">
      <dgm:prSet/>
      <dgm:spPr/>
      <dgm:t>
        <a:bodyPr/>
        <a:lstStyle/>
        <a:p>
          <a:endParaRPr lang="en-US"/>
        </a:p>
      </dgm:t>
    </dgm:pt>
    <dgm:pt modelId="{7DDECD64-1A97-4CC6-9938-E2087F416842}" type="sibTrans" cxnId="{B3282063-1093-45FB-B30D-F544784E12A5}">
      <dgm:prSet/>
      <dgm:spPr/>
      <dgm:t>
        <a:bodyPr/>
        <a:lstStyle/>
        <a:p>
          <a:endParaRPr lang="en-US"/>
        </a:p>
      </dgm:t>
    </dgm:pt>
    <dgm:pt modelId="{4E4C839E-295D-43A9-9422-8ED76B5EC1F2}">
      <dgm:prSet phldrT="[Text]"/>
      <dgm:spPr/>
      <dgm:t>
        <a:bodyPr/>
        <a:lstStyle/>
        <a:p>
          <a:r>
            <a:rPr lang="en-US" dirty="0" smtClean="0"/>
            <a:t>Enterprise</a:t>
          </a:r>
          <a:endParaRPr lang="en-US" dirty="0"/>
        </a:p>
      </dgm:t>
    </dgm:pt>
    <dgm:pt modelId="{41D81FF2-95FB-49F9-B853-423FF04518BC}" type="parTrans" cxnId="{14DA5651-4481-4DFF-AF2B-2678B2BCA970}">
      <dgm:prSet/>
      <dgm:spPr/>
      <dgm:t>
        <a:bodyPr/>
        <a:lstStyle/>
        <a:p>
          <a:endParaRPr lang="en-US"/>
        </a:p>
      </dgm:t>
    </dgm:pt>
    <dgm:pt modelId="{C23828C4-3740-4CFE-AE0B-6A0A1A674120}" type="sibTrans" cxnId="{14DA5651-4481-4DFF-AF2B-2678B2BCA970}">
      <dgm:prSet/>
      <dgm:spPr/>
      <dgm:t>
        <a:bodyPr/>
        <a:lstStyle/>
        <a:p>
          <a:endParaRPr lang="en-US"/>
        </a:p>
      </dgm:t>
    </dgm:pt>
    <dgm:pt modelId="{676A67A1-9B91-4ADE-946D-B900D85F2D1F}">
      <dgm:prSet phldrT="[Text]" custT="1"/>
      <dgm:spPr/>
      <dgm:t>
        <a:bodyPr/>
        <a:lstStyle/>
        <a:p>
          <a:pPr>
            <a:lnSpc>
              <a:spcPct val="90000"/>
            </a:lnSpc>
          </a:pPr>
          <a:endParaRPr lang="en-US" sz="1800" dirty="0"/>
        </a:p>
      </dgm:t>
    </dgm:pt>
    <dgm:pt modelId="{F8B4D647-0076-4766-85A8-F412F08FF0BF}" type="parTrans" cxnId="{228EC326-21F0-4B72-BE0A-9E26DF8B4EC6}">
      <dgm:prSet/>
      <dgm:spPr/>
      <dgm:t>
        <a:bodyPr/>
        <a:lstStyle/>
        <a:p>
          <a:endParaRPr lang="en-US"/>
        </a:p>
      </dgm:t>
    </dgm:pt>
    <dgm:pt modelId="{6460BF50-168A-40D6-B9D7-1CA903825E13}" type="sibTrans" cxnId="{228EC326-21F0-4B72-BE0A-9E26DF8B4EC6}">
      <dgm:prSet/>
      <dgm:spPr/>
      <dgm:t>
        <a:bodyPr/>
        <a:lstStyle/>
        <a:p>
          <a:endParaRPr lang="en-US"/>
        </a:p>
      </dgm:t>
    </dgm:pt>
    <dgm:pt modelId="{8F508F09-99EA-443B-AF73-A6536955B98A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2000" dirty="0" smtClean="0"/>
            <a:t>Users</a:t>
          </a:r>
          <a:endParaRPr lang="en-US" sz="2000" dirty="0"/>
        </a:p>
      </dgm:t>
    </dgm:pt>
    <dgm:pt modelId="{E25152ED-9153-4AED-80EA-DA503648650E}" type="sibTrans" cxnId="{98CA71D7-F6AD-4AC1-8E9A-C3DD7ABE1EBA}">
      <dgm:prSet/>
      <dgm:spPr/>
      <dgm:t>
        <a:bodyPr/>
        <a:lstStyle/>
        <a:p>
          <a:endParaRPr lang="en-US"/>
        </a:p>
      </dgm:t>
    </dgm:pt>
    <dgm:pt modelId="{D5736C86-34D3-4D88-9FE9-A9006A902058}" type="parTrans" cxnId="{98CA71D7-F6AD-4AC1-8E9A-C3DD7ABE1EBA}">
      <dgm:prSet/>
      <dgm:spPr/>
      <dgm:t>
        <a:bodyPr/>
        <a:lstStyle/>
        <a:p>
          <a:endParaRPr lang="en-US"/>
        </a:p>
      </dgm:t>
    </dgm:pt>
    <dgm:pt modelId="{2D9E2DCE-1D7A-42B4-A598-4D1D6EFF9420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2000" dirty="0" smtClean="0"/>
            <a:t>Usage</a:t>
          </a:r>
          <a:endParaRPr lang="en-US" sz="1800" dirty="0"/>
        </a:p>
      </dgm:t>
    </dgm:pt>
    <dgm:pt modelId="{65190B71-2F4B-4987-82C0-082387E47665}" type="parTrans" cxnId="{2869282E-4C9D-4750-8733-71E934BBD650}">
      <dgm:prSet/>
      <dgm:spPr/>
      <dgm:t>
        <a:bodyPr/>
        <a:lstStyle/>
        <a:p>
          <a:endParaRPr lang="en-US"/>
        </a:p>
      </dgm:t>
    </dgm:pt>
    <dgm:pt modelId="{6908637F-C62D-430C-9752-C85E385CB58A}" type="sibTrans" cxnId="{2869282E-4C9D-4750-8733-71E934BBD650}">
      <dgm:prSet/>
      <dgm:spPr/>
      <dgm:t>
        <a:bodyPr/>
        <a:lstStyle/>
        <a:p>
          <a:endParaRPr lang="en-US"/>
        </a:p>
      </dgm:t>
    </dgm:pt>
    <dgm:pt modelId="{810679C2-8FBC-4C2D-893A-65111BBE3BD4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1800" dirty="0" smtClean="0"/>
            <a:t>Routines</a:t>
          </a:r>
          <a:endParaRPr lang="en-US" sz="1800" dirty="0"/>
        </a:p>
      </dgm:t>
    </dgm:pt>
    <dgm:pt modelId="{B45CBB82-E8B9-42DF-9197-008CE2893B7F}" type="parTrans" cxnId="{17330020-E789-41C2-BFA9-41C7F6DFC0C2}">
      <dgm:prSet/>
      <dgm:spPr/>
      <dgm:t>
        <a:bodyPr/>
        <a:lstStyle/>
        <a:p>
          <a:endParaRPr lang="en-US"/>
        </a:p>
      </dgm:t>
    </dgm:pt>
    <dgm:pt modelId="{B6209ED7-B8AE-44FC-9635-43CC8E175996}" type="sibTrans" cxnId="{17330020-E789-41C2-BFA9-41C7F6DFC0C2}">
      <dgm:prSet/>
      <dgm:spPr/>
      <dgm:t>
        <a:bodyPr/>
        <a:lstStyle/>
        <a:p>
          <a:endParaRPr lang="en-US"/>
        </a:p>
      </dgm:t>
    </dgm:pt>
    <dgm:pt modelId="{1C323505-4F88-49E1-8E91-23A5F8A561FC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1800" dirty="0" smtClean="0"/>
            <a:t>Results</a:t>
          </a:r>
          <a:endParaRPr lang="en-US" sz="1800" dirty="0"/>
        </a:p>
      </dgm:t>
    </dgm:pt>
    <dgm:pt modelId="{4A101147-44AA-4E95-8D13-5316BAAE6AD5}" type="parTrans" cxnId="{48821BA6-0549-4165-B338-17A0CF48E432}">
      <dgm:prSet/>
      <dgm:spPr/>
      <dgm:t>
        <a:bodyPr/>
        <a:lstStyle/>
        <a:p>
          <a:endParaRPr lang="en-US"/>
        </a:p>
      </dgm:t>
    </dgm:pt>
    <dgm:pt modelId="{4943B3FB-393C-441B-862D-305F8C621ED2}" type="sibTrans" cxnId="{48821BA6-0549-4165-B338-17A0CF48E432}">
      <dgm:prSet/>
      <dgm:spPr/>
      <dgm:t>
        <a:bodyPr/>
        <a:lstStyle/>
        <a:p>
          <a:endParaRPr lang="en-US"/>
        </a:p>
      </dgm:t>
    </dgm:pt>
    <dgm:pt modelId="{CF65CB21-8BC7-4451-9CA9-CE7955EEE6E1}">
      <dgm:prSet phldrT="[Text]" custT="1"/>
      <dgm:spPr/>
      <dgm:t>
        <a:bodyPr/>
        <a:lstStyle/>
        <a:p>
          <a:pPr>
            <a:lnSpc>
              <a:spcPct val="90000"/>
            </a:lnSpc>
          </a:pPr>
          <a:endParaRPr lang="en-US" sz="1800" dirty="0"/>
        </a:p>
      </dgm:t>
    </dgm:pt>
    <dgm:pt modelId="{308D2172-104E-4344-B63C-1988A4C05D71}" type="parTrans" cxnId="{4E507A7B-DF71-4782-9F8D-50A812612C54}">
      <dgm:prSet/>
      <dgm:spPr/>
      <dgm:t>
        <a:bodyPr/>
        <a:lstStyle/>
        <a:p>
          <a:endParaRPr lang="en-US"/>
        </a:p>
      </dgm:t>
    </dgm:pt>
    <dgm:pt modelId="{7F5E76EB-1B8E-4127-9D8E-C7FFE830D8D4}" type="sibTrans" cxnId="{4E507A7B-DF71-4782-9F8D-50A812612C54}">
      <dgm:prSet/>
      <dgm:spPr/>
      <dgm:t>
        <a:bodyPr/>
        <a:lstStyle/>
        <a:p>
          <a:endParaRPr lang="en-US"/>
        </a:p>
      </dgm:t>
    </dgm:pt>
    <dgm:pt modelId="{21C7CC8C-2A8E-4317-B84C-4F29F766A6C7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1800" dirty="0" smtClean="0"/>
            <a:t>Storage</a:t>
          </a:r>
          <a:endParaRPr lang="en-US" sz="1800" dirty="0"/>
        </a:p>
      </dgm:t>
    </dgm:pt>
    <dgm:pt modelId="{3AB2A08E-8CE6-41D3-B464-E60B20945E31}" type="parTrans" cxnId="{FBAACBF0-A33B-49FD-A8E1-C3654E38CBEF}">
      <dgm:prSet/>
      <dgm:spPr/>
      <dgm:t>
        <a:bodyPr/>
        <a:lstStyle/>
        <a:p>
          <a:endParaRPr lang="en-US"/>
        </a:p>
      </dgm:t>
    </dgm:pt>
    <dgm:pt modelId="{928B7922-C834-4087-8A48-A03AF14D27A2}" type="sibTrans" cxnId="{FBAACBF0-A33B-49FD-A8E1-C3654E38CBEF}">
      <dgm:prSet/>
      <dgm:spPr/>
      <dgm:t>
        <a:bodyPr/>
        <a:lstStyle/>
        <a:p>
          <a:endParaRPr lang="en-US"/>
        </a:p>
      </dgm:t>
    </dgm:pt>
    <dgm:pt modelId="{2918E3C2-611F-4F2C-9B72-79069BC651B4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1800" dirty="0" smtClean="0"/>
            <a:t>Manufacturing</a:t>
          </a:r>
          <a:endParaRPr lang="en-US" sz="1800" dirty="0"/>
        </a:p>
      </dgm:t>
    </dgm:pt>
    <dgm:pt modelId="{6AFC8506-48F1-4A55-A864-7C5F1B24BBEB}" type="parTrans" cxnId="{A43B7FC6-064C-4BC9-B824-54295E379B87}">
      <dgm:prSet/>
      <dgm:spPr/>
      <dgm:t>
        <a:bodyPr/>
        <a:lstStyle/>
        <a:p>
          <a:endParaRPr lang="en-US"/>
        </a:p>
      </dgm:t>
    </dgm:pt>
    <dgm:pt modelId="{932BB4C1-7334-4124-B769-590C09FE14E2}" type="sibTrans" cxnId="{A43B7FC6-064C-4BC9-B824-54295E379B87}">
      <dgm:prSet/>
      <dgm:spPr/>
      <dgm:t>
        <a:bodyPr/>
        <a:lstStyle/>
        <a:p>
          <a:endParaRPr lang="en-US"/>
        </a:p>
      </dgm:t>
    </dgm:pt>
    <dgm:pt modelId="{2B9503DA-D101-4CB9-8EB0-A43245AD8D89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1800" dirty="0" smtClean="0"/>
            <a:t>Students</a:t>
          </a:r>
          <a:endParaRPr lang="en-US" sz="1800" dirty="0"/>
        </a:p>
      </dgm:t>
    </dgm:pt>
    <dgm:pt modelId="{217D6920-7589-493F-B771-644D020D8DCE}" type="parTrans" cxnId="{5AAF7C91-18C2-4630-8CAD-376DFEE22D19}">
      <dgm:prSet/>
      <dgm:spPr/>
      <dgm:t>
        <a:bodyPr/>
        <a:lstStyle/>
        <a:p>
          <a:endParaRPr lang="en-US"/>
        </a:p>
      </dgm:t>
    </dgm:pt>
    <dgm:pt modelId="{0050F338-64E2-4364-986E-C59B5E832355}" type="sibTrans" cxnId="{5AAF7C91-18C2-4630-8CAD-376DFEE22D19}">
      <dgm:prSet/>
      <dgm:spPr/>
      <dgm:t>
        <a:bodyPr/>
        <a:lstStyle/>
        <a:p>
          <a:endParaRPr lang="en-US"/>
        </a:p>
      </dgm:t>
    </dgm:pt>
    <dgm:pt modelId="{25854675-36E1-4D26-9594-F5024EBDD239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1800" dirty="0" smtClean="0"/>
            <a:t>Human Resource</a:t>
          </a:r>
          <a:endParaRPr lang="en-US" sz="1800" dirty="0"/>
        </a:p>
      </dgm:t>
    </dgm:pt>
    <dgm:pt modelId="{4D34EB9A-1F34-425A-9345-A1EA33699F25}" type="parTrans" cxnId="{0F029043-7B6A-4547-A7DB-E0236D82F404}">
      <dgm:prSet/>
      <dgm:spPr/>
      <dgm:t>
        <a:bodyPr/>
        <a:lstStyle/>
        <a:p>
          <a:endParaRPr lang="en-US"/>
        </a:p>
      </dgm:t>
    </dgm:pt>
    <dgm:pt modelId="{CF71C97D-43D8-4148-8A1D-74D7EA36CEAB}" type="sibTrans" cxnId="{0F029043-7B6A-4547-A7DB-E0236D82F404}">
      <dgm:prSet/>
      <dgm:spPr/>
      <dgm:t>
        <a:bodyPr/>
        <a:lstStyle/>
        <a:p>
          <a:endParaRPr lang="en-US"/>
        </a:p>
      </dgm:t>
    </dgm:pt>
    <dgm:pt modelId="{F0F465C3-585F-4DFD-B233-16A768570B84}">
      <dgm:prSet phldrT="[Text]" custT="1"/>
      <dgm:spPr/>
      <dgm:t>
        <a:bodyPr/>
        <a:lstStyle/>
        <a:p>
          <a:pPr>
            <a:lnSpc>
              <a:spcPct val="200000"/>
            </a:lnSpc>
          </a:pPr>
          <a:r>
            <a:rPr lang="en-US" sz="1800" dirty="0" smtClean="0"/>
            <a:t>Delivery</a:t>
          </a:r>
          <a:endParaRPr lang="en-US" sz="1800" dirty="0"/>
        </a:p>
      </dgm:t>
    </dgm:pt>
    <dgm:pt modelId="{611B108D-93EF-4048-A772-B46A6427415B}" type="parTrans" cxnId="{2141B237-4244-414B-9B20-2D198CA82BF8}">
      <dgm:prSet/>
      <dgm:spPr/>
    </dgm:pt>
    <dgm:pt modelId="{35F65DA0-262A-45ED-BED5-47C05B1985F1}" type="sibTrans" cxnId="{2141B237-4244-414B-9B20-2D198CA82BF8}">
      <dgm:prSet/>
      <dgm:spPr/>
    </dgm:pt>
    <dgm:pt modelId="{700C50A9-4410-489B-9F86-69711C6D97FB}" type="pres">
      <dgm:prSet presAssocID="{9A6ED808-0085-416A-B8DA-8E6A21D2644F}" presName="linearFlow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9D532A2-2DA0-4D06-8E68-2D773ADD0398}" type="pres">
      <dgm:prSet presAssocID="{64B0A973-EB7F-4434-8852-DE5AE1445F67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0D15C8-402D-4E42-BB5B-0B51188983D5}" type="pres">
      <dgm:prSet presAssocID="{64B0A973-EB7F-4434-8852-DE5AE1445F67}" presName="image" presStyleLbl="fgImgPlace1" presStyleIdx="0" presStyleCnt="3" custLinFactX="98283" custLinFactNeighborX="100000" custLinFactNeighborY="68774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429" t="5386" r="429" b="5386"/>
          </a:stretch>
        </a:blipFill>
      </dgm:spPr>
      <dgm:t>
        <a:bodyPr/>
        <a:lstStyle/>
        <a:p>
          <a:endParaRPr lang="en-US"/>
        </a:p>
      </dgm:t>
    </dgm:pt>
    <dgm:pt modelId="{2B83DD1C-6302-45B8-A910-938FA7713EBF}" type="pres">
      <dgm:prSet presAssocID="{64B0A973-EB7F-4434-8852-DE5AE1445F67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C3C0A4-7EB5-479B-9C70-510C74EC0C63}" type="pres">
      <dgm:prSet presAssocID="{64B0A973-EB7F-4434-8852-DE5AE1445F67}" presName="parentNode" presStyleLbl="revTx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D0DA66-E4EB-4AA1-AD32-01C018A02164}" type="pres">
      <dgm:prSet presAssocID="{04D33DA9-B851-4C15-B277-F4CE5791C2E3}" presName="sibTrans" presStyleCnt="0"/>
      <dgm:spPr/>
      <dgm:t>
        <a:bodyPr/>
        <a:lstStyle/>
        <a:p>
          <a:endParaRPr lang="en-US"/>
        </a:p>
      </dgm:t>
    </dgm:pt>
    <dgm:pt modelId="{EF22B9F8-0B62-4194-BCFE-3DE91FEF50A6}" type="pres">
      <dgm:prSet presAssocID="{CBAE8242-4052-4683-8B3E-1DEDBF184E57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3F90B6-E1C2-4823-80B3-DFAE21EDD709}" type="pres">
      <dgm:prSet presAssocID="{CBAE8242-4052-4683-8B3E-1DEDBF184E57}" presName="image" presStyleLbl="fgImgPlace1" presStyleIdx="1" presStyleCnt="3" custLinFactX="99176" custLinFactNeighborX="100000" custLinFactNeighborY="66094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5386" t="5386" r="5386" b="5386"/>
          </a:stretch>
        </a:blipFill>
      </dgm:spPr>
      <dgm:t>
        <a:bodyPr/>
        <a:lstStyle/>
        <a:p>
          <a:endParaRPr lang="en-US"/>
        </a:p>
      </dgm:t>
    </dgm:pt>
    <dgm:pt modelId="{12FFE34B-E518-415A-B32D-C78449466DA1}" type="pres">
      <dgm:prSet presAssocID="{CBAE8242-4052-4683-8B3E-1DEDBF184E57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147717-993D-4A41-9303-F1F0F1C92A00}" type="pres">
      <dgm:prSet presAssocID="{CBAE8242-4052-4683-8B3E-1DEDBF184E57}" presName="parentNode" presStyleLbl="revTx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89D8A9-D805-45A2-A6CE-EF0467087031}" type="pres">
      <dgm:prSet presAssocID="{D64D83CC-CCFB-4267-A537-4DD4A17C85B5}" presName="sibTrans" presStyleCnt="0"/>
      <dgm:spPr/>
      <dgm:t>
        <a:bodyPr/>
        <a:lstStyle/>
        <a:p>
          <a:endParaRPr lang="en-US"/>
        </a:p>
      </dgm:t>
    </dgm:pt>
    <dgm:pt modelId="{22A7510E-CA99-4D19-AF9D-F5F4C7A310A8}" type="pres">
      <dgm:prSet presAssocID="{4E4C839E-295D-43A9-9422-8ED76B5EC1F2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E255C1-8385-481B-8370-EDEDFA526227}" type="pres">
      <dgm:prSet presAssocID="{4E4C839E-295D-43A9-9422-8ED76B5EC1F2}" presName="image" presStyleLbl="fgImgPlace1" presStyleIdx="2" presStyleCnt="3" custLinFactX="97390" custLinFactNeighborX="100000" custLinFactNeighborY="65201"/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5386" t="5386" r="5386" b="5386"/>
          </a:stretch>
        </a:blipFill>
      </dgm:spPr>
      <dgm:t>
        <a:bodyPr/>
        <a:lstStyle/>
        <a:p>
          <a:endParaRPr lang="en-US"/>
        </a:p>
      </dgm:t>
    </dgm:pt>
    <dgm:pt modelId="{3F4A5FA7-D989-4BA7-9248-6534B8B608B3}" type="pres">
      <dgm:prSet presAssocID="{4E4C839E-295D-43A9-9422-8ED76B5EC1F2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C04BE7-F352-44BF-931D-36BF7BBC91D8}" type="pres">
      <dgm:prSet presAssocID="{4E4C839E-295D-43A9-9422-8ED76B5EC1F2}" presName="parentNode" presStyleLbl="revTx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3282063-1093-45FB-B30D-F544784E12A5}" srcId="{CBAE8242-4052-4683-8B3E-1DEDBF184E57}" destId="{8C58F9F8-76BC-45FC-A9BA-5A637CBE9507}" srcOrd="1" destOrd="0" parTransId="{F0005D79-5BD3-401B-8141-ED146EA143B2}" sibTransId="{7DDECD64-1A97-4CC6-9938-E2087F416842}"/>
    <dgm:cxn modelId="{98CA71D7-F6AD-4AC1-8E9A-C3DD7ABE1EBA}" srcId="{64B0A973-EB7F-4434-8852-DE5AE1445F67}" destId="{8F508F09-99EA-443B-AF73-A6536955B98A}" srcOrd="1" destOrd="0" parTransId="{D5736C86-34D3-4D88-9FE9-A9006A902058}" sibTransId="{E25152ED-9153-4AED-80EA-DA503648650E}"/>
    <dgm:cxn modelId="{04F7F6ED-19E2-4A7E-8966-A4BD98F944D3}" type="presOf" srcId="{8F508F09-99EA-443B-AF73-A6536955B98A}" destId="{2B83DD1C-6302-45B8-A910-938FA7713EBF}" srcOrd="0" destOrd="1" presId="urn:microsoft.com/office/officeart/2005/8/layout/hList2"/>
    <dgm:cxn modelId="{8CDE96C0-1A10-4A93-8171-4E10D07F253B}" type="presOf" srcId="{676A67A1-9B91-4ADE-946D-B900D85F2D1F}" destId="{3F4A5FA7-D989-4BA7-9248-6534B8B608B3}" srcOrd="0" destOrd="4" presId="urn:microsoft.com/office/officeart/2005/8/layout/hList2"/>
    <dgm:cxn modelId="{EE94895A-41DF-46CA-85FE-493D0E53A8DA}" srcId="{64B0A973-EB7F-4434-8852-DE5AE1445F67}" destId="{990322EA-8BE8-4735-ACFB-056B54FEE94A}" srcOrd="0" destOrd="0" parTransId="{88B16071-6E12-4782-91BC-243A4C114EF1}" sibTransId="{F12B860F-C86C-47A3-81F0-4794C2763EDA}"/>
    <dgm:cxn modelId="{FBAACBF0-A33B-49FD-A8E1-C3654E38CBEF}" srcId="{4E4C839E-295D-43A9-9422-8ED76B5EC1F2}" destId="{21C7CC8C-2A8E-4317-B84C-4F29F766A6C7}" srcOrd="0" destOrd="0" parTransId="{3AB2A08E-8CE6-41D3-B464-E60B20945E31}" sibTransId="{928B7922-C834-4087-8A48-A03AF14D27A2}"/>
    <dgm:cxn modelId="{228EC326-21F0-4B72-BE0A-9E26DF8B4EC6}" srcId="{4E4C839E-295D-43A9-9422-8ED76B5EC1F2}" destId="{676A67A1-9B91-4ADE-946D-B900D85F2D1F}" srcOrd="4" destOrd="0" parTransId="{F8B4D647-0076-4766-85A8-F412F08FF0BF}" sibTransId="{6460BF50-168A-40D6-B9D7-1CA903825E13}"/>
    <dgm:cxn modelId="{14DA5651-4481-4DFF-AF2B-2678B2BCA970}" srcId="{9A6ED808-0085-416A-B8DA-8E6A21D2644F}" destId="{4E4C839E-295D-43A9-9422-8ED76B5EC1F2}" srcOrd="2" destOrd="0" parTransId="{41D81FF2-95FB-49F9-B853-423FF04518BC}" sibTransId="{C23828C4-3740-4CFE-AE0B-6A0A1A674120}"/>
    <dgm:cxn modelId="{4F906013-6D40-4155-BA55-1244FB69AF54}" type="presOf" srcId="{2918E3C2-611F-4F2C-9B72-79069BC651B4}" destId="{3F4A5FA7-D989-4BA7-9248-6534B8B608B3}" srcOrd="0" destOrd="1" presId="urn:microsoft.com/office/officeart/2005/8/layout/hList2"/>
    <dgm:cxn modelId="{17330020-E789-41C2-BFA9-41C7F6DFC0C2}" srcId="{CBAE8242-4052-4683-8B3E-1DEDBF184E57}" destId="{810679C2-8FBC-4C2D-893A-65111BBE3BD4}" srcOrd="2" destOrd="0" parTransId="{B45CBB82-E8B9-42DF-9197-008CE2893B7F}" sibTransId="{B6209ED7-B8AE-44FC-9635-43CC8E175996}"/>
    <dgm:cxn modelId="{5AAF7C91-18C2-4630-8CAD-376DFEE22D19}" srcId="{CBAE8242-4052-4683-8B3E-1DEDBF184E57}" destId="{2B9503DA-D101-4CB9-8EB0-A43245AD8D89}" srcOrd="0" destOrd="0" parTransId="{217D6920-7589-493F-B771-644D020D8DCE}" sibTransId="{0050F338-64E2-4364-986E-C59B5E832355}"/>
    <dgm:cxn modelId="{C9F4022B-B436-417D-98D8-198BC79436AB}" type="presOf" srcId="{4E4C839E-295D-43A9-9422-8ED76B5EC1F2}" destId="{4CC04BE7-F352-44BF-931D-36BF7BBC91D8}" srcOrd="0" destOrd="0" presId="urn:microsoft.com/office/officeart/2005/8/layout/hList2"/>
    <dgm:cxn modelId="{7D505842-44D3-421E-A13C-D2A17D20996A}" srcId="{9A6ED808-0085-416A-B8DA-8E6A21D2644F}" destId="{64B0A973-EB7F-4434-8852-DE5AE1445F67}" srcOrd="0" destOrd="0" parTransId="{FEC9C8BB-08CB-4D90-8109-BE6BC7E2815D}" sibTransId="{04D33DA9-B851-4C15-B277-F4CE5791C2E3}"/>
    <dgm:cxn modelId="{5404B263-B071-4144-B073-5E1BBCD7EEEE}" type="presOf" srcId="{25854675-36E1-4D26-9594-F5024EBDD239}" destId="{3F4A5FA7-D989-4BA7-9248-6534B8B608B3}" srcOrd="0" destOrd="3" presId="urn:microsoft.com/office/officeart/2005/8/layout/hList2"/>
    <dgm:cxn modelId="{BF16FA36-8AA3-4B13-8F07-9F6FAE481324}" type="presOf" srcId="{F0F465C3-585F-4DFD-B233-16A768570B84}" destId="{3F4A5FA7-D989-4BA7-9248-6534B8B608B3}" srcOrd="0" destOrd="2" presId="urn:microsoft.com/office/officeart/2005/8/layout/hList2"/>
    <dgm:cxn modelId="{294C3279-4581-47BE-AC00-47169CC8342F}" type="presOf" srcId="{21C7CC8C-2A8E-4317-B84C-4F29F766A6C7}" destId="{3F4A5FA7-D989-4BA7-9248-6534B8B608B3}" srcOrd="0" destOrd="0" presId="urn:microsoft.com/office/officeart/2005/8/layout/hList2"/>
    <dgm:cxn modelId="{A43B7FC6-064C-4BC9-B824-54295E379B87}" srcId="{4E4C839E-295D-43A9-9422-8ED76B5EC1F2}" destId="{2918E3C2-611F-4F2C-9B72-79069BC651B4}" srcOrd="1" destOrd="0" parTransId="{6AFC8506-48F1-4A55-A864-7C5F1B24BBEB}" sibTransId="{932BB4C1-7334-4124-B769-590C09FE14E2}"/>
    <dgm:cxn modelId="{05A915AC-DB12-4962-96DF-865FA2221641}" type="presOf" srcId="{2B9503DA-D101-4CB9-8EB0-A43245AD8D89}" destId="{12FFE34B-E518-415A-B32D-C78449466DA1}" srcOrd="0" destOrd="0" presId="urn:microsoft.com/office/officeart/2005/8/layout/hList2"/>
    <dgm:cxn modelId="{4E507A7B-DF71-4782-9F8D-50A812612C54}" srcId="{CBAE8242-4052-4683-8B3E-1DEDBF184E57}" destId="{CF65CB21-8BC7-4451-9CA9-CE7955EEE6E1}" srcOrd="4" destOrd="0" parTransId="{308D2172-104E-4344-B63C-1988A4C05D71}" sibTransId="{7F5E76EB-1B8E-4127-9D8E-C7FFE830D8D4}"/>
    <dgm:cxn modelId="{7E6BB125-92EA-4381-9A22-048520026EE6}" type="presOf" srcId="{CF65CB21-8BC7-4451-9CA9-CE7955EEE6E1}" destId="{12FFE34B-E518-415A-B32D-C78449466DA1}" srcOrd="0" destOrd="4" presId="urn:microsoft.com/office/officeart/2005/8/layout/hList2"/>
    <dgm:cxn modelId="{5379BC12-5F5F-4CB0-A838-5CA349A2A2CD}" type="presOf" srcId="{810679C2-8FBC-4C2D-893A-65111BBE3BD4}" destId="{12FFE34B-E518-415A-B32D-C78449466DA1}" srcOrd="0" destOrd="2" presId="urn:microsoft.com/office/officeart/2005/8/layout/hList2"/>
    <dgm:cxn modelId="{2141B237-4244-414B-9B20-2D198CA82BF8}" srcId="{4E4C839E-295D-43A9-9422-8ED76B5EC1F2}" destId="{F0F465C3-585F-4DFD-B233-16A768570B84}" srcOrd="2" destOrd="0" parTransId="{611B108D-93EF-4048-A772-B46A6427415B}" sibTransId="{35F65DA0-262A-45ED-BED5-47C05B1985F1}"/>
    <dgm:cxn modelId="{561AE4B5-F3AB-489B-8DB5-FE419473F03A}" type="presOf" srcId="{9A6ED808-0085-416A-B8DA-8E6A21D2644F}" destId="{700C50A9-4410-489B-9F86-69711C6D97FB}" srcOrd="0" destOrd="0" presId="urn:microsoft.com/office/officeart/2005/8/layout/hList2"/>
    <dgm:cxn modelId="{BDE005C3-B75B-4564-86CB-3DC0F6B84AD9}" type="presOf" srcId="{990322EA-8BE8-4735-ACFB-056B54FEE94A}" destId="{2B83DD1C-6302-45B8-A910-938FA7713EBF}" srcOrd="0" destOrd="0" presId="urn:microsoft.com/office/officeart/2005/8/layout/hList2"/>
    <dgm:cxn modelId="{37748BA2-0E75-477C-85E6-6EEF9129C10E}" type="presOf" srcId="{1C323505-4F88-49E1-8E91-23A5F8A561FC}" destId="{12FFE34B-E518-415A-B32D-C78449466DA1}" srcOrd="0" destOrd="3" presId="urn:microsoft.com/office/officeart/2005/8/layout/hList2"/>
    <dgm:cxn modelId="{82D221B7-A8A0-43B4-97B5-3FA64756B034}" type="presOf" srcId="{2D9E2DCE-1D7A-42B4-A598-4D1D6EFF9420}" destId="{2B83DD1C-6302-45B8-A910-938FA7713EBF}" srcOrd="0" destOrd="2" presId="urn:microsoft.com/office/officeart/2005/8/layout/hList2"/>
    <dgm:cxn modelId="{8D733FAB-916A-48FE-BF4E-7A0699224AD7}" type="presOf" srcId="{CBAE8242-4052-4683-8B3E-1DEDBF184E57}" destId="{DA147717-993D-4A41-9303-F1F0F1C92A00}" srcOrd="0" destOrd="0" presId="urn:microsoft.com/office/officeart/2005/8/layout/hList2"/>
    <dgm:cxn modelId="{4813F949-1B22-4F41-8697-BFFC6C26009D}" srcId="{9A6ED808-0085-416A-B8DA-8E6A21D2644F}" destId="{CBAE8242-4052-4683-8B3E-1DEDBF184E57}" srcOrd="1" destOrd="0" parTransId="{0A0DB9C7-AAEE-4878-8C02-D556E33C887E}" sibTransId="{D64D83CC-CCFB-4267-A537-4DD4A17C85B5}"/>
    <dgm:cxn modelId="{48821BA6-0549-4165-B338-17A0CF48E432}" srcId="{CBAE8242-4052-4683-8B3E-1DEDBF184E57}" destId="{1C323505-4F88-49E1-8E91-23A5F8A561FC}" srcOrd="3" destOrd="0" parTransId="{4A101147-44AA-4E95-8D13-5316BAAE6AD5}" sibTransId="{4943B3FB-393C-441B-862D-305F8C621ED2}"/>
    <dgm:cxn modelId="{608A2CD9-E3D7-44B4-941E-98D521B4F691}" type="presOf" srcId="{64B0A973-EB7F-4434-8852-DE5AE1445F67}" destId="{1EC3C0A4-7EB5-479B-9C70-510C74EC0C63}" srcOrd="0" destOrd="0" presId="urn:microsoft.com/office/officeart/2005/8/layout/hList2"/>
    <dgm:cxn modelId="{2869282E-4C9D-4750-8733-71E934BBD650}" srcId="{64B0A973-EB7F-4434-8852-DE5AE1445F67}" destId="{2D9E2DCE-1D7A-42B4-A598-4D1D6EFF9420}" srcOrd="2" destOrd="0" parTransId="{65190B71-2F4B-4987-82C0-082387E47665}" sibTransId="{6908637F-C62D-430C-9752-C85E385CB58A}"/>
    <dgm:cxn modelId="{91E4363D-7D4C-4D28-A197-02AEFF3A5CB9}" type="presOf" srcId="{8C58F9F8-76BC-45FC-A9BA-5A637CBE9507}" destId="{12FFE34B-E518-415A-B32D-C78449466DA1}" srcOrd="0" destOrd="1" presId="urn:microsoft.com/office/officeart/2005/8/layout/hList2"/>
    <dgm:cxn modelId="{0F029043-7B6A-4547-A7DB-E0236D82F404}" srcId="{4E4C839E-295D-43A9-9422-8ED76B5EC1F2}" destId="{25854675-36E1-4D26-9594-F5024EBDD239}" srcOrd="3" destOrd="0" parTransId="{4D34EB9A-1F34-425A-9345-A1EA33699F25}" sibTransId="{CF71C97D-43D8-4148-8A1D-74D7EA36CEAB}"/>
    <dgm:cxn modelId="{2E59C6A7-8DFD-47F2-B9F3-F83BFB5F6E43}" type="presParOf" srcId="{700C50A9-4410-489B-9F86-69711C6D97FB}" destId="{49D532A2-2DA0-4D06-8E68-2D773ADD0398}" srcOrd="0" destOrd="0" presId="urn:microsoft.com/office/officeart/2005/8/layout/hList2"/>
    <dgm:cxn modelId="{858A43D7-AD3A-4E50-9BA6-26CFC6EFE9A2}" type="presParOf" srcId="{49D532A2-2DA0-4D06-8E68-2D773ADD0398}" destId="{260D15C8-402D-4E42-BB5B-0B51188983D5}" srcOrd="0" destOrd="0" presId="urn:microsoft.com/office/officeart/2005/8/layout/hList2"/>
    <dgm:cxn modelId="{A24286E6-1929-482A-A802-ADDB0CC07E85}" type="presParOf" srcId="{49D532A2-2DA0-4D06-8E68-2D773ADD0398}" destId="{2B83DD1C-6302-45B8-A910-938FA7713EBF}" srcOrd="1" destOrd="0" presId="urn:microsoft.com/office/officeart/2005/8/layout/hList2"/>
    <dgm:cxn modelId="{D5BFB90C-C850-42B2-B7D6-A0433A85E8CC}" type="presParOf" srcId="{49D532A2-2DA0-4D06-8E68-2D773ADD0398}" destId="{1EC3C0A4-7EB5-479B-9C70-510C74EC0C63}" srcOrd="2" destOrd="0" presId="urn:microsoft.com/office/officeart/2005/8/layout/hList2"/>
    <dgm:cxn modelId="{D238A7AA-7074-4FE5-B0DE-E8C8C305DD6D}" type="presParOf" srcId="{700C50A9-4410-489B-9F86-69711C6D97FB}" destId="{7AD0DA66-E4EB-4AA1-AD32-01C018A02164}" srcOrd="1" destOrd="0" presId="urn:microsoft.com/office/officeart/2005/8/layout/hList2"/>
    <dgm:cxn modelId="{86CC70E8-7190-45E5-B025-0A2D3849FF9C}" type="presParOf" srcId="{700C50A9-4410-489B-9F86-69711C6D97FB}" destId="{EF22B9F8-0B62-4194-BCFE-3DE91FEF50A6}" srcOrd="2" destOrd="0" presId="urn:microsoft.com/office/officeart/2005/8/layout/hList2"/>
    <dgm:cxn modelId="{5CE45B96-9B5A-4C42-A88C-76BF825105F6}" type="presParOf" srcId="{EF22B9F8-0B62-4194-BCFE-3DE91FEF50A6}" destId="{323F90B6-E1C2-4823-80B3-DFAE21EDD709}" srcOrd="0" destOrd="0" presId="urn:microsoft.com/office/officeart/2005/8/layout/hList2"/>
    <dgm:cxn modelId="{C8F06802-EF1C-4C36-81A6-6CCFAF916ED6}" type="presParOf" srcId="{EF22B9F8-0B62-4194-BCFE-3DE91FEF50A6}" destId="{12FFE34B-E518-415A-B32D-C78449466DA1}" srcOrd="1" destOrd="0" presId="urn:microsoft.com/office/officeart/2005/8/layout/hList2"/>
    <dgm:cxn modelId="{D944E2AA-1858-4565-94DE-0C8C7DA623BF}" type="presParOf" srcId="{EF22B9F8-0B62-4194-BCFE-3DE91FEF50A6}" destId="{DA147717-993D-4A41-9303-F1F0F1C92A00}" srcOrd="2" destOrd="0" presId="urn:microsoft.com/office/officeart/2005/8/layout/hList2"/>
    <dgm:cxn modelId="{E55E234D-69BB-4769-BF02-44271F11BF59}" type="presParOf" srcId="{700C50A9-4410-489B-9F86-69711C6D97FB}" destId="{4689D8A9-D805-45A2-A6CE-EF0467087031}" srcOrd="3" destOrd="0" presId="urn:microsoft.com/office/officeart/2005/8/layout/hList2"/>
    <dgm:cxn modelId="{E481A076-86C3-41EF-9BE0-9CFCC6F92599}" type="presParOf" srcId="{700C50A9-4410-489B-9F86-69711C6D97FB}" destId="{22A7510E-CA99-4D19-AF9D-F5F4C7A310A8}" srcOrd="4" destOrd="0" presId="urn:microsoft.com/office/officeart/2005/8/layout/hList2"/>
    <dgm:cxn modelId="{F3F63C91-5125-4D29-A9B5-A2EB49FF267E}" type="presParOf" srcId="{22A7510E-CA99-4D19-AF9D-F5F4C7A310A8}" destId="{77E255C1-8385-481B-8370-EDEDFA526227}" srcOrd="0" destOrd="0" presId="urn:microsoft.com/office/officeart/2005/8/layout/hList2"/>
    <dgm:cxn modelId="{2BBCD609-26B1-4A62-8C16-0CE6336432CF}" type="presParOf" srcId="{22A7510E-CA99-4D19-AF9D-F5F4C7A310A8}" destId="{3F4A5FA7-D989-4BA7-9248-6534B8B608B3}" srcOrd="1" destOrd="0" presId="urn:microsoft.com/office/officeart/2005/8/layout/hList2"/>
    <dgm:cxn modelId="{F7DD970D-9F4B-45D9-9EF0-36FA2A19A479}" type="presParOf" srcId="{22A7510E-CA99-4D19-AF9D-F5F4C7A310A8}" destId="{4CC04BE7-F352-44BF-931D-36BF7BBC91D8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1BD488-AA6D-4002-A9EE-8F1A7BD8C55F}" type="doc">
      <dgm:prSet loTypeId="urn:microsoft.com/office/officeart/2005/8/layout/chevron2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7139876-FFBD-4725-9F26-8DF1D6372DF9}">
      <dgm:prSet phldrT="[Text]"/>
      <dgm:spPr/>
      <dgm:t>
        <a:bodyPr/>
        <a:lstStyle/>
        <a:p>
          <a:r>
            <a:rPr lang="en-US" dirty="0" smtClean="0"/>
            <a:t>Banking</a:t>
          </a:r>
          <a:endParaRPr lang="en-US" dirty="0"/>
        </a:p>
      </dgm:t>
    </dgm:pt>
    <dgm:pt modelId="{DF6C8978-2D58-4639-83A5-A00A7D10D1BB}" type="parTrans" cxnId="{FEBDC128-17FD-4364-82F2-DA65460B04D6}">
      <dgm:prSet/>
      <dgm:spPr/>
      <dgm:t>
        <a:bodyPr/>
        <a:lstStyle/>
        <a:p>
          <a:endParaRPr lang="en-US"/>
        </a:p>
      </dgm:t>
    </dgm:pt>
    <dgm:pt modelId="{6244B30E-20C8-4D2C-83AF-533956E9D335}" type="sibTrans" cxnId="{FEBDC128-17FD-4364-82F2-DA65460B04D6}">
      <dgm:prSet/>
      <dgm:spPr/>
      <dgm:t>
        <a:bodyPr/>
        <a:lstStyle/>
        <a:p>
          <a:endParaRPr lang="en-US"/>
        </a:p>
      </dgm:t>
    </dgm:pt>
    <dgm:pt modelId="{C0873167-09A1-4F2E-AC49-1CF74F654F4E}">
      <dgm:prSet phldrT="[Text]"/>
      <dgm:spPr/>
      <dgm:t>
        <a:bodyPr/>
        <a:lstStyle/>
        <a:p>
          <a:r>
            <a:rPr lang="en-US" dirty="0" smtClean="0"/>
            <a:t>Account</a:t>
          </a:r>
          <a:endParaRPr lang="en-US" dirty="0"/>
        </a:p>
      </dgm:t>
    </dgm:pt>
    <dgm:pt modelId="{7996793B-2B7F-4D7C-9CE0-FBAAB0ABDA18}" type="parTrans" cxnId="{659C6364-7B15-40D1-870E-31ACC7FFEB20}">
      <dgm:prSet/>
      <dgm:spPr/>
      <dgm:t>
        <a:bodyPr/>
        <a:lstStyle/>
        <a:p>
          <a:endParaRPr lang="en-US"/>
        </a:p>
      </dgm:t>
    </dgm:pt>
    <dgm:pt modelId="{EE1D8729-17BE-4A4E-B224-A279FDAE23CF}" type="sibTrans" cxnId="{659C6364-7B15-40D1-870E-31ACC7FFEB20}">
      <dgm:prSet/>
      <dgm:spPr/>
      <dgm:t>
        <a:bodyPr/>
        <a:lstStyle/>
        <a:p>
          <a:endParaRPr lang="en-US"/>
        </a:p>
      </dgm:t>
    </dgm:pt>
    <dgm:pt modelId="{BEEE6A9A-6892-44F3-BF92-06DC67FDF3FF}">
      <dgm:prSet phldrT="[Text]"/>
      <dgm:spPr/>
      <dgm:t>
        <a:bodyPr/>
        <a:lstStyle/>
        <a:p>
          <a:r>
            <a:rPr lang="en-US" dirty="0" smtClean="0"/>
            <a:t>Transaction</a:t>
          </a:r>
          <a:endParaRPr lang="en-US" dirty="0"/>
        </a:p>
      </dgm:t>
    </dgm:pt>
    <dgm:pt modelId="{F0B3DBB3-7B72-48DD-8A18-F9FB1836AED2}" type="parTrans" cxnId="{B546299A-CA15-45C9-BD5D-11E06FA45B17}">
      <dgm:prSet/>
      <dgm:spPr/>
      <dgm:t>
        <a:bodyPr/>
        <a:lstStyle/>
        <a:p>
          <a:endParaRPr lang="en-US"/>
        </a:p>
      </dgm:t>
    </dgm:pt>
    <dgm:pt modelId="{A9DD5DCE-D945-4976-BDCE-7CBCF90DB615}" type="sibTrans" cxnId="{B546299A-CA15-45C9-BD5D-11E06FA45B17}">
      <dgm:prSet/>
      <dgm:spPr/>
      <dgm:t>
        <a:bodyPr/>
        <a:lstStyle/>
        <a:p>
          <a:endParaRPr lang="en-US"/>
        </a:p>
      </dgm:t>
    </dgm:pt>
    <dgm:pt modelId="{A67088ED-B2B1-49F7-8D68-A8CA577B6ED0}">
      <dgm:prSet phldrT="[Text]"/>
      <dgm:spPr/>
      <dgm:t>
        <a:bodyPr/>
        <a:lstStyle/>
        <a:p>
          <a:r>
            <a:rPr lang="en-US" dirty="0" smtClean="0"/>
            <a:t>Ecommerce</a:t>
          </a:r>
          <a:endParaRPr lang="en-US" dirty="0"/>
        </a:p>
      </dgm:t>
    </dgm:pt>
    <dgm:pt modelId="{ABA6BE30-D3D0-4532-983B-AAF55D6305BF}" type="parTrans" cxnId="{088EF13E-0F32-4BEC-A9D0-0F06923614CA}">
      <dgm:prSet/>
      <dgm:spPr/>
      <dgm:t>
        <a:bodyPr/>
        <a:lstStyle/>
        <a:p>
          <a:endParaRPr lang="en-US"/>
        </a:p>
      </dgm:t>
    </dgm:pt>
    <dgm:pt modelId="{9BBF88E4-54D7-4F65-B5AF-D290B8F0DC6D}" type="sibTrans" cxnId="{088EF13E-0F32-4BEC-A9D0-0F06923614CA}">
      <dgm:prSet/>
      <dgm:spPr/>
      <dgm:t>
        <a:bodyPr/>
        <a:lstStyle/>
        <a:p>
          <a:endParaRPr lang="en-US"/>
        </a:p>
      </dgm:t>
    </dgm:pt>
    <dgm:pt modelId="{F1A13DEB-05C8-4772-B980-713E5D6E55B5}">
      <dgm:prSet phldrT="[Text]"/>
      <dgm:spPr/>
      <dgm:t>
        <a:bodyPr/>
        <a:lstStyle/>
        <a:p>
          <a:r>
            <a:rPr lang="en-US" dirty="0" smtClean="0"/>
            <a:t>Customer</a:t>
          </a:r>
          <a:endParaRPr lang="en-US" dirty="0"/>
        </a:p>
      </dgm:t>
    </dgm:pt>
    <dgm:pt modelId="{6A126801-9FBD-4B3E-9A9F-BE7B5FE41F0C}" type="parTrans" cxnId="{0DE97E94-DC4E-4C8E-A98B-5D6BDC998938}">
      <dgm:prSet/>
      <dgm:spPr/>
      <dgm:t>
        <a:bodyPr/>
        <a:lstStyle/>
        <a:p>
          <a:endParaRPr lang="en-US"/>
        </a:p>
      </dgm:t>
    </dgm:pt>
    <dgm:pt modelId="{6952E42C-D80B-43F0-A2C9-7516B9142EC7}" type="sibTrans" cxnId="{0DE97E94-DC4E-4C8E-A98B-5D6BDC998938}">
      <dgm:prSet/>
      <dgm:spPr/>
      <dgm:t>
        <a:bodyPr/>
        <a:lstStyle/>
        <a:p>
          <a:endParaRPr lang="en-US"/>
        </a:p>
      </dgm:t>
    </dgm:pt>
    <dgm:pt modelId="{9260CE3B-8692-4B99-80E3-424BE1E799C2}">
      <dgm:prSet phldrT="[Text]"/>
      <dgm:spPr/>
      <dgm:t>
        <a:bodyPr/>
        <a:lstStyle/>
        <a:p>
          <a:r>
            <a:rPr lang="en-US" dirty="0" smtClean="0"/>
            <a:t>Product</a:t>
          </a:r>
          <a:endParaRPr lang="en-US" dirty="0"/>
        </a:p>
      </dgm:t>
    </dgm:pt>
    <dgm:pt modelId="{A31FF226-9965-4773-B81B-0EC45E11D65F}" type="parTrans" cxnId="{B8695363-41ED-4F45-827F-C7DBA492FC6A}">
      <dgm:prSet/>
      <dgm:spPr/>
      <dgm:t>
        <a:bodyPr/>
        <a:lstStyle/>
        <a:p>
          <a:endParaRPr lang="en-US"/>
        </a:p>
      </dgm:t>
    </dgm:pt>
    <dgm:pt modelId="{88B735EF-949F-42D6-97C0-F8F429D85912}" type="sibTrans" cxnId="{B8695363-41ED-4F45-827F-C7DBA492FC6A}">
      <dgm:prSet/>
      <dgm:spPr/>
      <dgm:t>
        <a:bodyPr/>
        <a:lstStyle/>
        <a:p>
          <a:endParaRPr lang="en-US"/>
        </a:p>
      </dgm:t>
    </dgm:pt>
    <dgm:pt modelId="{AC58C739-0652-4F89-BAE4-9DC3C6E838DD}">
      <dgm:prSet phldrT="[Text]"/>
      <dgm:spPr/>
      <dgm:t>
        <a:bodyPr/>
        <a:lstStyle/>
        <a:p>
          <a:r>
            <a:rPr lang="en-US" dirty="0" smtClean="0"/>
            <a:t>Stock Exchange</a:t>
          </a:r>
          <a:endParaRPr lang="en-US" dirty="0"/>
        </a:p>
      </dgm:t>
    </dgm:pt>
    <dgm:pt modelId="{B694EF83-0D43-471F-90F2-1E3F199EB503}" type="parTrans" cxnId="{81A9DB8B-2B77-42AA-AA70-829B3865AD63}">
      <dgm:prSet/>
      <dgm:spPr/>
      <dgm:t>
        <a:bodyPr/>
        <a:lstStyle/>
        <a:p>
          <a:endParaRPr lang="en-US"/>
        </a:p>
      </dgm:t>
    </dgm:pt>
    <dgm:pt modelId="{6E0C6A25-FDCC-4191-BE4D-7932B898E124}" type="sibTrans" cxnId="{81A9DB8B-2B77-42AA-AA70-829B3865AD63}">
      <dgm:prSet/>
      <dgm:spPr/>
      <dgm:t>
        <a:bodyPr/>
        <a:lstStyle/>
        <a:p>
          <a:endParaRPr lang="en-US"/>
        </a:p>
      </dgm:t>
    </dgm:pt>
    <dgm:pt modelId="{3ADCFE5B-A773-4E51-8593-B7E388C1BD69}">
      <dgm:prSet phldrT="[Text]"/>
      <dgm:spPr/>
      <dgm:t>
        <a:bodyPr/>
        <a:lstStyle/>
        <a:p>
          <a:r>
            <a:rPr lang="en-US" dirty="0" smtClean="0"/>
            <a:t>Company</a:t>
          </a:r>
          <a:endParaRPr lang="en-US" dirty="0"/>
        </a:p>
      </dgm:t>
    </dgm:pt>
    <dgm:pt modelId="{AB8F49B1-74D4-4167-AD76-855A770DDB9B}" type="parTrans" cxnId="{C71993ED-EF0E-4D95-9D4F-6B3DC4934DED}">
      <dgm:prSet/>
      <dgm:spPr/>
      <dgm:t>
        <a:bodyPr/>
        <a:lstStyle/>
        <a:p>
          <a:endParaRPr lang="en-US"/>
        </a:p>
      </dgm:t>
    </dgm:pt>
    <dgm:pt modelId="{B9F4AABF-C5B8-4FE1-8956-F723E9FD8495}" type="sibTrans" cxnId="{C71993ED-EF0E-4D95-9D4F-6B3DC4934DED}">
      <dgm:prSet/>
      <dgm:spPr/>
      <dgm:t>
        <a:bodyPr/>
        <a:lstStyle/>
        <a:p>
          <a:endParaRPr lang="en-US"/>
        </a:p>
      </dgm:t>
    </dgm:pt>
    <dgm:pt modelId="{2E160566-BB5F-4CD1-BE87-58E43871CB61}">
      <dgm:prSet phldrT="[Text]"/>
      <dgm:spPr/>
      <dgm:t>
        <a:bodyPr/>
        <a:lstStyle/>
        <a:p>
          <a:r>
            <a:rPr lang="en-US" dirty="0" smtClean="0"/>
            <a:t>Company stock</a:t>
          </a:r>
          <a:endParaRPr lang="en-US" dirty="0"/>
        </a:p>
      </dgm:t>
    </dgm:pt>
    <dgm:pt modelId="{D7026841-92E8-4028-8854-1D71B7106057}" type="parTrans" cxnId="{A55DCE8A-BE07-467E-862C-1E95497E3550}">
      <dgm:prSet/>
      <dgm:spPr/>
      <dgm:t>
        <a:bodyPr/>
        <a:lstStyle/>
        <a:p>
          <a:endParaRPr lang="en-US"/>
        </a:p>
      </dgm:t>
    </dgm:pt>
    <dgm:pt modelId="{65ADDBD0-8B29-44C1-B89A-39CE498796D6}" type="sibTrans" cxnId="{A55DCE8A-BE07-467E-862C-1E95497E3550}">
      <dgm:prSet/>
      <dgm:spPr/>
      <dgm:t>
        <a:bodyPr/>
        <a:lstStyle/>
        <a:p>
          <a:endParaRPr lang="en-US"/>
        </a:p>
      </dgm:t>
    </dgm:pt>
    <dgm:pt modelId="{C0F91AAD-7ED3-4960-8615-6915E52D93CE}">
      <dgm:prSet phldrT="[Text]"/>
      <dgm:spPr/>
      <dgm:t>
        <a:bodyPr/>
        <a:lstStyle/>
        <a:p>
          <a:r>
            <a:rPr lang="en-US" dirty="0" smtClean="0"/>
            <a:t>Business</a:t>
          </a:r>
          <a:endParaRPr lang="en-US" dirty="0"/>
        </a:p>
      </dgm:t>
    </dgm:pt>
    <dgm:pt modelId="{17921B9E-7798-4260-BFB4-E661EF49F973}" type="parTrans" cxnId="{07343CA5-4718-4658-B0DE-8DC85406BFD7}">
      <dgm:prSet/>
      <dgm:spPr/>
      <dgm:t>
        <a:bodyPr/>
        <a:lstStyle/>
        <a:p>
          <a:endParaRPr lang="en-US"/>
        </a:p>
      </dgm:t>
    </dgm:pt>
    <dgm:pt modelId="{E4EA6362-5CD8-401F-8977-290AC50B93F3}" type="sibTrans" cxnId="{07343CA5-4718-4658-B0DE-8DC85406BFD7}">
      <dgm:prSet/>
      <dgm:spPr/>
      <dgm:t>
        <a:bodyPr/>
        <a:lstStyle/>
        <a:p>
          <a:endParaRPr lang="en-US"/>
        </a:p>
      </dgm:t>
    </dgm:pt>
    <dgm:pt modelId="{BEB3B8CC-063F-4273-9FC0-1ECCA16285F4}">
      <dgm:prSet phldrT="[Text]"/>
      <dgm:spPr/>
      <dgm:t>
        <a:bodyPr/>
        <a:lstStyle/>
        <a:p>
          <a:r>
            <a:rPr lang="en-US" dirty="0" smtClean="0"/>
            <a:t>Value change </a:t>
          </a:r>
          <a:endParaRPr lang="en-US" dirty="0"/>
        </a:p>
      </dgm:t>
    </dgm:pt>
    <dgm:pt modelId="{036C0D7D-59A3-4E51-A6A9-5BC577AF4B43}" type="parTrans" cxnId="{DCD7FD14-1668-4419-B93E-DB599DCDF6D3}">
      <dgm:prSet/>
      <dgm:spPr/>
      <dgm:t>
        <a:bodyPr/>
        <a:lstStyle/>
        <a:p>
          <a:endParaRPr lang="en-US"/>
        </a:p>
      </dgm:t>
    </dgm:pt>
    <dgm:pt modelId="{5017D4E9-410D-4F4F-8C7D-B45B461825E7}" type="sibTrans" cxnId="{DCD7FD14-1668-4419-B93E-DB599DCDF6D3}">
      <dgm:prSet/>
      <dgm:spPr/>
      <dgm:t>
        <a:bodyPr/>
        <a:lstStyle/>
        <a:p>
          <a:endParaRPr lang="en-US"/>
        </a:p>
      </dgm:t>
    </dgm:pt>
    <dgm:pt modelId="{40B33A59-4358-4822-BB6A-FA14CF24DBC5}" type="pres">
      <dgm:prSet presAssocID="{301BD488-AA6D-4002-A9EE-8F1A7BD8C55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5632E46-6DED-4618-B702-76A0439FFD64}" type="pres">
      <dgm:prSet presAssocID="{67139876-FFBD-4725-9F26-8DF1D6372DF9}" presName="composite" presStyleCnt="0"/>
      <dgm:spPr/>
      <dgm:t>
        <a:bodyPr/>
        <a:lstStyle/>
        <a:p>
          <a:endParaRPr lang="en-US"/>
        </a:p>
      </dgm:t>
    </dgm:pt>
    <dgm:pt modelId="{32125308-C203-4B65-B5B4-BAFDABF7462A}" type="pres">
      <dgm:prSet presAssocID="{67139876-FFBD-4725-9F26-8DF1D6372DF9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F4BD42-5EAD-44D3-A4F3-26530AD79262}" type="pres">
      <dgm:prSet presAssocID="{67139876-FFBD-4725-9F26-8DF1D6372DF9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B9959D-74BE-40B6-9387-4F974335BB8B}" type="pres">
      <dgm:prSet presAssocID="{6244B30E-20C8-4D2C-83AF-533956E9D335}" presName="sp" presStyleCnt="0"/>
      <dgm:spPr/>
      <dgm:t>
        <a:bodyPr/>
        <a:lstStyle/>
        <a:p>
          <a:endParaRPr lang="en-US"/>
        </a:p>
      </dgm:t>
    </dgm:pt>
    <dgm:pt modelId="{EFCFEF6C-0343-48C1-A19A-F55F925F2C56}" type="pres">
      <dgm:prSet presAssocID="{A67088ED-B2B1-49F7-8D68-A8CA577B6ED0}" presName="composite" presStyleCnt="0"/>
      <dgm:spPr/>
      <dgm:t>
        <a:bodyPr/>
        <a:lstStyle/>
        <a:p>
          <a:endParaRPr lang="en-US"/>
        </a:p>
      </dgm:t>
    </dgm:pt>
    <dgm:pt modelId="{7CE8C646-14C7-4A2D-B612-B7F06D958199}" type="pres">
      <dgm:prSet presAssocID="{A67088ED-B2B1-49F7-8D68-A8CA577B6ED0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CA93B4-F238-483A-9EEB-377AAFB3BE53}" type="pres">
      <dgm:prSet presAssocID="{A67088ED-B2B1-49F7-8D68-A8CA577B6ED0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DF7834-4CBB-4F92-9676-F74BB6283FB4}" type="pres">
      <dgm:prSet presAssocID="{9BBF88E4-54D7-4F65-B5AF-D290B8F0DC6D}" presName="sp" presStyleCnt="0"/>
      <dgm:spPr/>
      <dgm:t>
        <a:bodyPr/>
        <a:lstStyle/>
        <a:p>
          <a:endParaRPr lang="en-US"/>
        </a:p>
      </dgm:t>
    </dgm:pt>
    <dgm:pt modelId="{0ECFAB4D-6EAD-4A28-BFEC-1C6B24051380}" type="pres">
      <dgm:prSet presAssocID="{AC58C739-0652-4F89-BAE4-9DC3C6E838DD}" presName="composite" presStyleCnt="0"/>
      <dgm:spPr/>
      <dgm:t>
        <a:bodyPr/>
        <a:lstStyle/>
        <a:p>
          <a:endParaRPr lang="en-US"/>
        </a:p>
      </dgm:t>
    </dgm:pt>
    <dgm:pt modelId="{598E56F7-C282-4F50-A728-ECA2135C48FB}" type="pres">
      <dgm:prSet presAssocID="{AC58C739-0652-4F89-BAE4-9DC3C6E838DD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8DB6C2-B4CB-4C27-A77A-5A743DC962FB}" type="pres">
      <dgm:prSet presAssocID="{AC58C739-0652-4F89-BAE4-9DC3C6E838DD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9060383-3667-4B66-AECF-1061F1F96297}" type="presOf" srcId="{2E160566-BB5F-4CD1-BE87-58E43871CB61}" destId="{658DB6C2-B4CB-4C27-A77A-5A743DC962FB}" srcOrd="0" destOrd="1" presId="urn:microsoft.com/office/officeart/2005/8/layout/chevron2"/>
    <dgm:cxn modelId="{B039D365-4C67-402C-8929-3351876AD003}" type="presOf" srcId="{BEEE6A9A-6892-44F3-BF92-06DC67FDF3FF}" destId="{C8F4BD42-5EAD-44D3-A4F3-26530AD79262}" srcOrd="0" destOrd="1" presId="urn:microsoft.com/office/officeart/2005/8/layout/chevron2"/>
    <dgm:cxn modelId="{FEBDC128-17FD-4364-82F2-DA65460B04D6}" srcId="{301BD488-AA6D-4002-A9EE-8F1A7BD8C55F}" destId="{67139876-FFBD-4725-9F26-8DF1D6372DF9}" srcOrd="0" destOrd="0" parTransId="{DF6C8978-2D58-4639-83A5-A00A7D10D1BB}" sibTransId="{6244B30E-20C8-4D2C-83AF-533956E9D335}"/>
    <dgm:cxn modelId="{C34086FD-E72E-41AE-866D-D6E24FD15E21}" type="presOf" srcId="{3ADCFE5B-A773-4E51-8593-B7E388C1BD69}" destId="{658DB6C2-B4CB-4C27-A77A-5A743DC962FB}" srcOrd="0" destOrd="0" presId="urn:microsoft.com/office/officeart/2005/8/layout/chevron2"/>
    <dgm:cxn modelId="{659C6364-7B15-40D1-870E-31ACC7FFEB20}" srcId="{67139876-FFBD-4725-9F26-8DF1D6372DF9}" destId="{C0873167-09A1-4F2E-AC49-1CF74F654F4E}" srcOrd="0" destOrd="0" parTransId="{7996793B-2B7F-4D7C-9CE0-FBAAB0ABDA18}" sibTransId="{EE1D8729-17BE-4A4E-B224-A279FDAE23CF}"/>
    <dgm:cxn modelId="{EB0A8A1D-8988-40B8-A84B-F1220E5ACA1B}" type="presOf" srcId="{A67088ED-B2B1-49F7-8D68-A8CA577B6ED0}" destId="{7CE8C646-14C7-4A2D-B612-B7F06D958199}" srcOrd="0" destOrd="0" presId="urn:microsoft.com/office/officeart/2005/8/layout/chevron2"/>
    <dgm:cxn modelId="{B0C4C12A-0709-4FB5-91DE-05F07E0D44A9}" type="presOf" srcId="{9260CE3B-8692-4B99-80E3-424BE1E799C2}" destId="{47CA93B4-F238-483A-9EEB-377AAFB3BE53}" srcOrd="0" destOrd="1" presId="urn:microsoft.com/office/officeart/2005/8/layout/chevron2"/>
    <dgm:cxn modelId="{C2C86721-F2D5-47F4-8AA3-D3812C6A0BE9}" type="presOf" srcId="{C0873167-09A1-4F2E-AC49-1CF74F654F4E}" destId="{C8F4BD42-5EAD-44D3-A4F3-26530AD79262}" srcOrd="0" destOrd="0" presId="urn:microsoft.com/office/officeart/2005/8/layout/chevron2"/>
    <dgm:cxn modelId="{AFD7B494-4F7E-4A3D-ACAB-C02126E2D49E}" type="presOf" srcId="{301BD488-AA6D-4002-A9EE-8F1A7BD8C55F}" destId="{40B33A59-4358-4822-BB6A-FA14CF24DBC5}" srcOrd="0" destOrd="0" presId="urn:microsoft.com/office/officeart/2005/8/layout/chevron2"/>
    <dgm:cxn modelId="{B546299A-CA15-45C9-BD5D-11E06FA45B17}" srcId="{67139876-FFBD-4725-9F26-8DF1D6372DF9}" destId="{BEEE6A9A-6892-44F3-BF92-06DC67FDF3FF}" srcOrd="1" destOrd="0" parTransId="{F0B3DBB3-7B72-48DD-8A18-F9FB1836AED2}" sibTransId="{A9DD5DCE-D945-4976-BDCE-7CBCF90DB615}"/>
    <dgm:cxn modelId="{07343CA5-4718-4658-B0DE-8DC85406BFD7}" srcId="{A67088ED-B2B1-49F7-8D68-A8CA577B6ED0}" destId="{C0F91AAD-7ED3-4960-8615-6915E52D93CE}" srcOrd="2" destOrd="0" parTransId="{17921B9E-7798-4260-BFB4-E661EF49F973}" sibTransId="{E4EA6362-5CD8-401F-8977-290AC50B93F3}"/>
    <dgm:cxn modelId="{A55DCE8A-BE07-467E-862C-1E95497E3550}" srcId="{AC58C739-0652-4F89-BAE4-9DC3C6E838DD}" destId="{2E160566-BB5F-4CD1-BE87-58E43871CB61}" srcOrd="1" destOrd="0" parTransId="{D7026841-92E8-4028-8854-1D71B7106057}" sibTransId="{65ADDBD0-8B29-44C1-B89A-39CE498796D6}"/>
    <dgm:cxn modelId="{6F40F623-87DE-48AC-9F87-86554D90F131}" type="presOf" srcId="{BEB3B8CC-063F-4273-9FC0-1ECCA16285F4}" destId="{658DB6C2-B4CB-4C27-A77A-5A743DC962FB}" srcOrd="0" destOrd="2" presId="urn:microsoft.com/office/officeart/2005/8/layout/chevron2"/>
    <dgm:cxn modelId="{81A9DB8B-2B77-42AA-AA70-829B3865AD63}" srcId="{301BD488-AA6D-4002-A9EE-8F1A7BD8C55F}" destId="{AC58C739-0652-4F89-BAE4-9DC3C6E838DD}" srcOrd="2" destOrd="0" parTransId="{B694EF83-0D43-471F-90F2-1E3F199EB503}" sibTransId="{6E0C6A25-FDCC-4191-BE4D-7932B898E124}"/>
    <dgm:cxn modelId="{DCD7FD14-1668-4419-B93E-DB599DCDF6D3}" srcId="{AC58C739-0652-4F89-BAE4-9DC3C6E838DD}" destId="{BEB3B8CC-063F-4273-9FC0-1ECCA16285F4}" srcOrd="2" destOrd="0" parTransId="{036C0D7D-59A3-4E51-A6A9-5BC577AF4B43}" sibTransId="{5017D4E9-410D-4F4F-8C7D-B45B461825E7}"/>
    <dgm:cxn modelId="{0DE97E94-DC4E-4C8E-A98B-5D6BDC998938}" srcId="{A67088ED-B2B1-49F7-8D68-A8CA577B6ED0}" destId="{F1A13DEB-05C8-4772-B980-713E5D6E55B5}" srcOrd="0" destOrd="0" parTransId="{6A126801-9FBD-4B3E-9A9F-BE7B5FE41F0C}" sibTransId="{6952E42C-D80B-43F0-A2C9-7516B9142EC7}"/>
    <dgm:cxn modelId="{14B871F6-4D90-4960-BAD5-3CC34F11ADAA}" type="presOf" srcId="{67139876-FFBD-4725-9F26-8DF1D6372DF9}" destId="{32125308-C203-4B65-B5B4-BAFDABF7462A}" srcOrd="0" destOrd="0" presId="urn:microsoft.com/office/officeart/2005/8/layout/chevron2"/>
    <dgm:cxn modelId="{391B4762-CAF1-41D7-B7CF-DDC2DBC1DDB9}" type="presOf" srcId="{C0F91AAD-7ED3-4960-8615-6915E52D93CE}" destId="{47CA93B4-F238-483A-9EEB-377AAFB3BE53}" srcOrd="0" destOrd="2" presId="urn:microsoft.com/office/officeart/2005/8/layout/chevron2"/>
    <dgm:cxn modelId="{D0EAAF29-3A57-4D17-BBDC-5407E0B6DC89}" type="presOf" srcId="{F1A13DEB-05C8-4772-B980-713E5D6E55B5}" destId="{47CA93B4-F238-483A-9EEB-377AAFB3BE53}" srcOrd="0" destOrd="0" presId="urn:microsoft.com/office/officeart/2005/8/layout/chevron2"/>
    <dgm:cxn modelId="{FD88A95F-1873-48A1-95C5-7A9CA3B99AA3}" type="presOf" srcId="{AC58C739-0652-4F89-BAE4-9DC3C6E838DD}" destId="{598E56F7-C282-4F50-A728-ECA2135C48FB}" srcOrd="0" destOrd="0" presId="urn:microsoft.com/office/officeart/2005/8/layout/chevron2"/>
    <dgm:cxn modelId="{088EF13E-0F32-4BEC-A9D0-0F06923614CA}" srcId="{301BD488-AA6D-4002-A9EE-8F1A7BD8C55F}" destId="{A67088ED-B2B1-49F7-8D68-A8CA577B6ED0}" srcOrd="1" destOrd="0" parTransId="{ABA6BE30-D3D0-4532-983B-AAF55D6305BF}" sibTransId="{9BBF88E4-54D7-4F65-B5AF-D290B8F0DC6D}"/>
    <dgm:cxn modelId="{B8695363-41ED-4F45-827F-C7DBA492FC6A}" srcId="{A67088ED-B2B1-49F7-8D68-A8CA577B6ED0}" destId="{9260CE3B-8692-4B99-80E3-424BE1E799C2}" srcOrd="1" destOrd="0" parTransId="{A31FF226-9965-4773-B81B-0EC45E11D65F}" sibTransId="{88B735EF-949F-42D6-97C0-F8F429D85912}"/>
    <dgm:cxn modelId="{C71993ED-EF0E-4D95-9D4F-6B3DC4934DED}" srcId="{AC58C739-0652-4F89-BAE4-9DC3C6E838DD}" destId="{3ADCFE5B-A773-4E51-8593-B7E388C1BD69}" srcOrd="0" destOrd="0" parTransId="{AB8F49B1-74D4-4167-AD76-855A770DDB9B}" sibTransId="{B9F4AABF-C5B8-4FE1-8956-F723E9FD8495}"/>
    <dgm:cxn modelId="{B04A4C4F-6C5C-4026-8FBB-5835B53E42D8}" type="presParOf" srcId="{40B33A59-4358-4822-BB6A-FA14CF24DBC5}" destId="{95632E46-6DED-4618-B702-76A0439FFD64}" srcOrd="0" destOrd="0" presId="urn:microsoft.com/office/officeart/2005/8/layout/chevron2"/>
    <dgm:cxn modelId="{09B19CD3-D654-4A75-8F6E-5757CDF95951}" type="presParOf" srcId="{95632E46-6DED-4618-B702-76A0439FFD64}" destId="{32125308-C203-4B65-B5B4-BAFDABF7462A}" srcOrd="0" destOrd="0" presId="urn:microsoft.com/office/officeart/2005/8/layout/chevron2"/>
    <dgm:cxn modelId="{05B13AA9-6B7C-4FC4-812C-0F161A567E78}" type="presParOf" srcId="{95632E46-6DED-4618-B702-76A0439FFD64}" destId="{C8F4BD42-5EAD-44D3-A4F3-26530AD79262}" srcOrd="1" destOrd="0" presId="urn:microsoft.com/office/officeart/2005/8/layout/chevron2"/>
    <dgm:cxn modelId="{39AEAD1A-D394-46CA-A702-86FDD7072A5F}" type="presParOf" srcId="{40B33A59-4358-4822-BB6A-FA14CF24DBC5}" destId="{4AB9959D-74BE-40B6-9387-4F974335BB8B}" srcOrd="1" destOrd="0" presId="urn:microsoft.com/office/officeart/2005/8/layout/chevron2"/>
    <dgm:cxn modelId="{E30F6B5C-2B13-4F12-A0CE-A4534B228339}" type="presParOf" srcId="{40B33A59-4358-4822-BB6A-FA14CF24DBC5}" destId="{EFCFEF6C-0343-48C1-A19A-F55F925F2C56}" srcOrd="2" destOrd="0" presId="urn:microsoft.com/office/officeart/2005/8/layout/chevron2"/>
    <dgm:cxn modelId="{E32E493F-0914-44DA-96B5-A94DC35D1D8C}" type="presParOf" srcId="{EFCFEF6C-0343-48C1-A19A-F55F925F2C56}" destId="{7CE8C646-14C7-4A2D-B612-B7F06D958199}" srcOrd="0" destOrd="0" presId="urn:microsoft.com/office/officeart/2005/8/layout/chevron2"/>
    <dgm:cxn modelId="{BEAAAF51-8DA8-4A0C-921A-7065FEEEC8F0}" type="presParOf" srcId="{EFCFEF6C-0343-48C1-A19A-F55F925F2C56}" destId="{47CA93B4-F238-483A-9EEB-377AAFB3BE53}" srcOrd="1" destOrd="0" presId="urn:microsoft.com/office/officeart/2005/8/layout/chevron2"/>
    <dgm:cxn modelId="{90B7E6A8-265F-464A-BD11-9FB1ADFE8712}" type="presParOf" srcId="{40B33A59-4358-4822-BB6A-FA14CF24DBC5}" destId="{77DF7834-4CBB-4F92-9676-F74BB6283FB4}" srcOrd="3" destOrd="0" presId="urn:microsoft.com/office/officeart/2005/8/layout/chevron2"/>
    <dgm:cxn modelId="{EADF8812-8CB5-4766-9095-2C15472E563D}" type="presParOf" srcId="{40B33A59-4358-4822-BB6A-FA14CF24DBC5}" destId="{0ECFAB4D-6EAD-4A28-BFEC-1C6B24051380}" srcOrd="4" destOrd="0" presId="urn:microsoft.com/office/officeart/2005/8/layout/chevron2"/>
    <dgm:cxn modelId="{2D249997-73F6-4639-A434-CAEF5E2A9859}" type="presParOf" srcId="{0ECFAB4D-6EAD-4A28-BFEC-1C6B24051380}" destId="{598E56F7-C282-4F50-A728-ECA2135C48FB}" srcOrd="0" destOrd="0" presId="urn:microsoft.com/office/officeart/2005/8/layout/chevron2"/>
    <dgm:cxn modelId="{586A70AB-E40F-4F08-957C-556ED1B4FB59}" type="presParOf" srcId="{0ECFAB4D-6EAD-4A28-BFEC-1C6B24051380}" destId="{658DB6C2-B4CB-4C27-A77A-5A743DC962F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563F45-7CE4-492E-AE74-B1EEDD186085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671B135-4CA2-4C2F-9CC8-87BA0FAA7452}">
      <dgm:prSet phldrT="[Text]"/>
      <dgm:spPr/>
      <dgm:t>
        <a:bodyPr/>
        <a:lstStyle/>
        <a:p>
          <a:r>
            <a:rPr lang="en-US" dirty="0" smtClean="0"/>
            <a:t>Economy</a:t>
          </a:r>
          <a:endParaRPr lang="en-US" dirty="0"/>
        </a:p>
      </dgm:t>
    </dgm:pt>
    <dgm:pt modelId="{819A7132-5519-4DAE-856C-322355A209B0}" type="parTrans" cxnId="{777A22AA-F7B1-4470-AF6B-D82949AD9C20}">
      <dgm:prSet/>
      <dgm:spPr/>
      <dgm:t>
        <a:bodyPr/>
        <a:lstStyle/>
        <a:p>
          <a:endParaRPr lang="en-US"/>
        </a:p>
      </dgm:t>
    </dgm:pt>
    <dgm:pt modelId="{2189927E-7373-402D-88D9-33A849C38D30}" type="sibTrans" cxnId="{777A22AA-F7B1-4470-AF6B-D82949AD9C20}">
      <dgm:prSet/>
      <dgm:spPr/>
      <dgm:t>
        <a:bodyPr/>
        <a:lstStyle/>
        <a:p>
          <a:endParaRPr lang="en-US"/>
        </a:p>
      </dgm:t>
    </dgm:pt>
    <dgm:pt modelId="{0BBD4524-C67B-4CDC-9540-8B3739BB41E9}">
      <dgm:prSet phldrT="[Text]"/>
      <dgm:spPr/>
      <dgm:t>
        <a:bodyPr/>
        <a:lstStyle/>
        <a:p>
          <a:r>
            <a:rPr lang="en-US" dirty="0" smtClean="0"/>
            <a:t>Banking</a:t>
          </a:r>
          <a:endParaRPr lang="en-US" dirty="0"/>
        </a:p>
      </dgm:t>
    </dgm:pt>
    <dgm:pt modelId="{186770CC-A596-4AB0-936B-79622E49543E}" type="parTrans" cxnId="{1D2C8EFD-3E76-4005-A4A2-2915087D20AF}">
      <dgm:prSet/>
      <dgm:spPr/>
      <dgm:t>
        <a:bodyPr/>
        <a:lstStyle/>
        <a:p>
          <a:endParaRPr lang="en-US"/>
        </a:p>
      </dgm:t>
    </dgm:pt>
    <dgm:pt modelId="{3BC32C7E-A828-45FA-9DD1-C99E6E243559}" type="sibTrans" cxnId="{1D2C8EFD-3E76-4005-A4A2-2915087D20AF}">
      <dgm:prSet/>
      <dgm:spPr/>
      <dgm:t>
        <a:bodyPr/>
        <a:lstStyle/>
        <a:p>
          <a:endParaRPr lang="en-US"/>
        </a:p>
      </dgm:t>
    </dgm:pt>
    <dgm:pt modelId="{B990FBB5-271B-4F50-9526-0E77BDFC8DE3}">
      <dgm:prSet phldrT="[Text]"/>
      <dgm:spPr/>
      <dgm:t>
        <a:bodyPr/>
        <a:lstStyle/>
        <a:p>
          <a:r>
            <a:rPr lang="en-US" dirty="0" smtClean="0"/>
            <a:t>Ecommerce</a:t>
          </a:r>
          <a:endParaRPr lang="en-US" dirty="0"/>
        </a:p>
      </dgm:t>
    </dgm:pt>
    <dgm:pt modelId="{7589A368-D7E5-4AF8-8DD5-BF8C85BF3DBD}" type="parTrans" cxnId="{1CA9DAD9-C169-425F-A676-D34EC2154CE4}">
      <dgm:prSet/>
      <dgm:spPr/>
      <dgm:t>
        <a:bodyPr/>
        <a:lstStyle/>
        <a:p>
          <a:endParaRPr lang="en-US"/>
        </a:p>
      </dgm:t>
    </dgm:pt>
    <dgm:pt modelId="{B4399F0F-AFD8-451D-8E39-90039E9A2649}" type="sibTrans" cxnId="{1CA9DAD9-C169-425F-A676-D34EC2154CE4}">
      <dgm:prSet/>
      <dgm:spPr/>
      <dgm:t>
        <a:bodyPr/>
        <a:lstStyle/>
        <a:p>
          <a:endParaRPr lang="en-US"/>
        </a:p>
      </dgm:t>
    </dgm:pt>
    <dgm:pt modelId="{4766507C-A7A5-43AA-9094-3D36D1986D89}">
      <dgm:prSet phldrT="[Text]"/>
      <dgm:spPr/>
      <dgm:t>
        <a:bodyPr/>
        <a:lstStyle/>
        <a:p>
          <a:r>
            <a:rPr lang="en-US" dirty="0" smtClean="0"/>
            <a:t>Stock Exchange</a:t>
          </a:r>
          <a:endParaRPr lang="en-US" dirty="0"/>
        </a:p>
      </dgm:t>
    </dgm:pt>
    <dgm:pt modelId="{DBF1EC9D-137A-4F46-9BF0-469AC1BF65A8}" type="parTrans" cxnId="{7D6EE4A6-BB68-497A-B127-496A4B7DA375}">
      <dgm:prSet/>
      <dgm:spPr/>
      <dgm:t>
        <a:bodyPr/>
        <a:lstStyle/>
        <a:p>
          <a:endParaRPr lang="en-US"/>
        </a:p>
      </dgm:t>
    </dgm:pt>
    <dgm:pt modelId="{7E036A85-50D4-4B5A-B464-73214E7AD64B}" type="sibTrans" cxnId="{7D6EE4A6-BB68-497A-B127-496A4B7DA375}">
      <dgm:prSet/>
      <dgm:spPr/>
      <dgm:t>
        <a:bodyPr/>
        <a:lstStyle/>
        <a:p>
          <a:endParaRPr lang="en-US"/>
        </a:p>
      </dgm:t>
    </dgm:pt>
    <dgm:pt modelId="{A877E0AA-E63C-4585-BE95-3B4C8647E7B1}" type="pres">
      <dgm:prSet presAssocID="{9B563F45-7CE4-492E-AE74-B1EEDD186085}" presName="Name0" presStyleCnt="0">
        <dgm:presLayoutVars>
          <dgm:chMax val="1"/>
          <dgm:chPref val="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CA6E5505-E313-42BB-9371-DB4BB4777086}" type="pres">
      <dgm:prSet presAssocID="{7671B135-4CA2-4C2F-9CC8-87BA0FAA7452}" presName="Parent" presStyleLbl="node1" presStyleIdx="0" presStyleCnt="2">
        <dgm:presLayoutVars>
          <dgm:chMax val="4"/>
          <dgm:chPref val="3"/>
        </dgm:presLayoutVars>
      </dgm:prSet>
      <dgm:spPr/>
      <dgm:t>
        <a:bodyPr/>
        <a:lstStyle/>
        <a:p>
          <a:endParaRPr lang="en-US"/>
        </a:p>
      </dgm:t>
    </dgm:pt>
    <dgm:pt modelId="{330F0E4D-4BAD-4CE4-9507-997EEF509F19}" type="pres">
      <dgm:prSet presAssocID="{0BBD4524-C67B-4CDC-9540-8B3739BB41E9}" presName="Accent" presStyleLbl="node1" presStyleIdx="1" presStyleCnt="2"/>
      <dgm:spPr/>
      <dgm:t>
        <a:bodyPr/>
        <a:lstStyle/>
        <a:p>
          <a:endParaRPr lang="en-US"/>
        </a:p>
      </dgm:t>
    </dgm:pt>
    <dgm:pt modelId="{1A04EB81-0D9B-450B-9BC9-E518B2B2D30C}" type="pres">
      <dgm:prSet presAssocID="{0BBD4524-C67B-4CDC-9540-8B3739BB41E9}" presName="Image1" presStyleLbl="fgImgPlace1" presStyleIdx="0" presStyleCnt="3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784" t="4675" r="8784" b="4675"/>
          </a:stretch>
        </a:blipFill>
      </dgm:spPr>
      <dgm:t>
        <a:bodyPr/>
        <a:lstStyle/>
        <a:p>
          <a:endParaRPr lang="en-US"/>
        </a:p>
      </dgm:t>
    </dgm:pt>
    <dgm:pt modelId="{31D17475-0676-4AC9-A9E2-20CBBF68011C}" type="pres">
      <dgm:prSet presAssocID="{0BBD4524-C67B-4CDC-9540-8B3739BB41E9}" presName="Child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39804C-A139-4135-8338-68217495FE19}" type="pres">
      <dgm:prSet presAssocID="{B990FBB5-271B-4F50-9526-0E77BDFC8DE3}" presName="Image2" presStyleCnt="0"/>
      <dgm:spPr/>
      <dgm:t>
        <a:bodyPr/>
        <a:lstStyle/>
        <a:p>
          <a:endParaRPr lang="en-US"/>
        </a:p>
      </dgm:t>
    </dgm:pt>
    <dgm:pt modelId="{A1E30464-149F-42FC-BEE9-7A8567E76A35}" type="pres">
      <dgm:prSet presAssocID="{B990FBB5-271B-4F50-9526-0E77BDFC8DE3}" presName="Image" presStyleLbl="fgImgPlace1" presStyleIdx="1" presStyleCnt="3"/>
      <dgm:spPr>
        <a:blipFill dpi="0" rotWithShape="1">
          <a:blip xmlns:r="http://schemas.openxmlformats.org/officeDocument/2006/relationships" r:embed="rId2" cstate="print">
            <a:duotone>
              <a:schemeClr val="accent6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6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702" r="-7702"/>
          </a:stretch>
        </a:blipFill>
      </dgm:spPr>
      <dgm:t>
        <a:bodyPr/>
        <a:lstStyle/>
        <a:p>
          <a:endParaRPr lang="en-US"/>
        </a:p>
      </dgm:t>
    </dgm:pt>
    <dgm:pt modelId="{E82AF009-94FE-4421-A94F-8FF05AB994F1}" type="pres">
      <dgm:prSet presAssocID="{B990FBB5-271B-4F50-9526-0E77BDFC8DE3}" presName="Child2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963772-E42E-466A-9FF7-313E55DE1946}" type="pres">
      <dgm:prSet presAssocID="{4766507C-A7A5-43AA-9094-3D36D1986D89}" presName="Image3" presStyleCnt="0"/>
      <dgm:spPr/>
      <dgm:t>
        <a:bodyPr/>
        <a:lstStyle/>
        <a:p>
          <a:endParaRPr lang="en-US"/>
        </a:p>
      </dgm:t>
    </dgm:pt>
    <dgm:pt modelId="{D83DC3D6-9DF7-4CA7-8189-09721DBB6884}" type="pres">
      <dgm:prSet presAssocID="{4766507C-A7A5-43AA-9094-3D36D1986D89}" presName="Image" presStyleLbl="fgImgPlace1" presStyleIdx="2" presStyleCnt="3"/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824" t="555" r="-11824" b="555"/>
          </a:stretch>
        </a:blipFill>
      </dgm:spPr>
      <dgm:t>
        <a:bodyPr/>
        <a:lstStyle/>
        <a:p>
          <a:endParaRPr lang="en-US"/>
        </a:p>
      </dgm:t>
    </dgm:pt>
    <dgm:pt modelId="{64554E6F-6BC5-465D-AE32-D2CCAAB5DFEE}" type="pres">
      <dgm:prSet presAssocID="{4766507C-A7A5-43AA-9094-3D36D1986D89}" presName="Child3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D6EE4A6-BB68-497A-B127-496A4B7DA375}" srcId="{7671B135-4CA2-4C2F-9CC8-87BA0FAA7452}" destId="{4766507C-A7A5-43AA-9094-3D36D1986D89}" srcOrd="2" destOrd="0" parTransId="{DBF1EC9D-137A-4F46-9BF0-469AC1BF65A8}" sibTransId="{7E036A85-50D4-4B5A-B464-73214E7AD64B}"/>
    <dgm:cxn modelId="{ED689C83-55BC-41A5-A50B-0822A79EE7BD}" type="presOf" srcId="{4766507C-A7A5-43AA-9094-3D36D1986D89}" destId="{64554E6F-6BC5-465D-AE32-D2CCAAB5DFEE}" srcOrd="0" destOrd="0" presId="urn:microsoft.com/office/officeart/2011/layout/RadialPictureList"/>
    <dgm:cxn modelId="{1CA9DAD9-C169-425F-A676-D34EC2154CE4}" srcId="{7671B135-4CA2-4C2F-9CC8-87BA0FAA7452}" destId="{B990FBB5-271B-4F50-9526-0E77BDFC8DE3}" srcOrd="1" destOrd="0" parTransId="{7589A368-D7E5-4AF8-8DD5-BF8C85BF3DBD}" sibTransId="{B4399F0F-AFD8-451D-8E39-90039E9A2649}"/>
    <dgm:cxn modelId="{2A24330F-D2EF-4455-9C25-E0158DE98053}" type="presOf" srcId="{9B563F45-7CE4-492E-AE74-B1EEDD186085}" destId="{A877E0AA-E63C-4585-BE95-3B4C8647E7B1}" srcOrd="0" destOrd="0" presId="urn:microsoft.com/office/officeart/2011/layout/RadialPictureList"/>
    <dgm:cxn modelId="{777A22AA-F7B1-4470-AF6B-D82949AD9C20}" srcId="{9B563F45-7CE4-492E-AE74-B1EEDD186085}" destId="{7671B135-4CA2-4C2F-9CC8-87BA0FAA7452}" srcOrd="0" destOrd="0" parTransId="{819A7132-5519-4DAE-856C-322355A209B0}" sibTransId="{2189927E-7373-402D-88D9-33A849C38D30}"/>
    <dgm:cxn modelId="{4904F638-C7DD-47FE-B412-645E2643DD0F}" type="presOf" srcId="{B990FBB5-271B-4F50-9526-0E77BDFC8DE3}" destId="{E82AF009-94FE-4421-A94F-8FF05AB994F1}" srcOrd="0" destOrd="0" presId="urn:microsoft.com/office/officeart/2011/layout/RadialPictureList"/>
    <dgm:cxn modelId="{D859658D-76A8-4E80-8E2A-753BCCFBB4AC}" type="presOf" srcId="{0BBD4524-C67B-4CDC-9540-8B3739BB41E9}" destId="{31D17475-0676-4AC9-A9E2-20CBBF68011C}" srcOrd="0" destOrd="0" presId="urn:microsoft.com/office/officeart/2011/layout/RadialPictureList"/>
    <dgm:cxn modelId="{E7625976-E8B5-4775-935E-DF410AE17B79}" type="presOf" srcId="{7671B135-4CA2-4C2F-9CC8-87BA0FAA7452}" destId="{CA6E5505-E313-42BB-9371-DB4BB4777086}" srcOrd="0" destOrd="0" presId="urn:microsoft.com/office/officeart/2011/layout/RadialPictureList"/>
    <dgm:cxn modelId="{1D2C8EFD-3E76-4005-A4A2-2915087D20AF}" srcId="{7671B135-4CA2-4C2F-9CC8-87BA0FAA7452}" destId="{0BBD4524-C67B-4CDC-9540-8B3739BB41E9}" srcOrd="0" destOrd="0" parTransId="{186770CC-A596-4AB0-936B-79622E49543E}" sibTransId="{3BC32C7E-A828-45FA-9DD1-C99E6E243559}"/>
    <dgm:cxn modelId="{2773DC4F-16F7-425C-9EBF-6A40FD282726}" type="presParOf" srcId="{A877E0AA-E63C-4585-BE95-3B4C8647E7B1}" destId="{CA6E5505-E313-42BB-9371-DB4BB4777086}" srcOrd="0" destOrd="0" presId="urn:microsoft.com/office/officeart/2011/layout/RadialPictureList"/>
    <dgm:cxn modelId="{95961367-29DB-416B-8928-20F85D27E4B3}" type="presParOf" srcId="{A877E0AA-E63C-4585-BE95-3B4C8647E7B1}" destId="{330F0E4D-4BAD-4CE4-9507-997EEF509F19}" srcOrd="1" destOrd="0" presId="urn:microsoft.com/office/officeart/2011/layout/RadialPictureList"/>
    <dgm:cxn modelId="{2EADC03A-8C90-450A-A2F3-1C5B7BB61603}" type="presParOf" srcId="{A877E0AA-E63C-4585-BE95-3B4C8647E7B1}" destId="{1A04EB81-0D9B-450B-9BC9-E518B2B2D30C}" srcOrd="2" destOrd="0" presId="urn:microsoft.com/office/officeart/2011/layout/RadialPictureList"/>
    <dgm:cxn modelId="{C1BB0179-BAFC-46E7-B871-4FB3780663E0}" type="presParOf" srcId="{A877E0AA-E63C-4585-BE95-3B4C8647E7B1}" destId="{31D17475-0676-4AC9-A9E2-20CBBF68011C}" srcOrd="3" destOrd="0" presId="urn:microsoft.com/office/officeart/2011/layout/RadialPictureList"/>
    <dgm:cxn modelId="{0611AB1D-173D-467C-AE73-CF211D461EB2}" type="presParOf" srcId="{A877E0AA-E63C-4585-BE95-3B4C8647E7B1}" destId="{7D39804C-A139-4135-8338-68217495FE19}" srcOrd="4" destOrd="0" presId="urn:microsoft.com/office/officeart/2011/layout/RadialPictureList"/>
    <dgm:cxn modelId="{34CE8423-335B-4C00-AE42-C525D40D5FC6}" type="presParOf" srcId="{7D39804C-A139-4135-8338-68217495FE19}" destId="{A1E30464-149F-42FC-BEE9-7A8567E76A35}" srcOrd="0" destOrd="0" presId="urn:microsoft.com/office/officeart/2011/layout/RadialPictureList"/>
    <dgm:cxn modelId="{EC47B376-3F33-40DA-BB4D-9D3F8F12C731}" type="presParOf" srcId="{A877E0AA-E63C-4585-BE95-3B4C8647E7B1}" destId="{E82AF009-94FE-4421-A94F-8FF05AB994F1}" srcOrd="5" destOrd="0" presId="urn:microsoft.com/office/officeart/2011/layout/RadialPictureList"/>
    <dgm:cxn modelId="{DB7D141D-F02D-42A8-A082-D83E911BF797}" type="presParOf" srcId="{A877E0AA-E63C-4585-BE95-3B4C8647E7B1}" destId="{69963772-E42E-466A-9FF7-313E55DE1946}" srcOrd="6" destOrd="0" presId="urn:microsoft.com/office/officeart/2011/layout/RadialPictureList"/>
    <dgm:cxn modelId="{CB23EB58-D56E-441A-8D82-A84A3667E218}" type="presParOf" srcId="{69963772-E42E-466A-9FF7-313E55DE1946}" destId="{D83DC3D6-9DF7-4CA7-8189-09721DBB6884}" srcOrd="0" destOrd="0" presId="urn:microsoft.com/office/officeart/2011/layout/RadialPictureList"/>
    <dgm:cxn modelId="{0A1527E9-02AD-4DF4-9483-75D4B1F2202F}" type="presParOf" srcId="{A877E0AA-E63C-4585-BE95-3B4C8647E7B1}" destId="{64554E6F-6BC5-465D-AE32-D2CCAAB5DFEE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F2224A7-84D7-4589-8881-4F0E9945A15E}" type="doc">
      <dgm:prSet loTypeId="urn:microsoft.com/office/officeart/2005/8/layout/h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4EF5358-F971-4E22-89BA-07BAA76A5933}">
      <dgm:prSet phldrT="[Text]"/>
      <dgm:spPr/>
      <dgm:t>
        <a:bodyPr/>
        <a:lstStyle/>
        <a:p>
          <a:r>
            <a:rPr lang="en-US" dirty="0" smtClean="0"/>
            <a:t>Social Media</a:t>
          </a:r>
          <a:endParaRPr lang="en-US" dirty="0"/>
        </a:p>
      </dgm:t>
    </dgm:pt>
    <dgm:pt modelId="{D4C6E1CF-5F9F-4CEC-AB10-2CA06B11BBE6}" type="parTrans" cxnId="{F0F3D5E7-1ECD-4D52-AC12-8B542E0D5703}">
      <dgm:prSet/>
      <dgm:spPr/>
      <dgm:t>
        <a:bodyPr/>
        <a:lstStyle/>
        <a:p>
          <a:endParaRPr lang="en-US"/>
        </a:p>
      </dgm:t>
    </dgm:pt>
    <dgm:pt modelId="{47835280-5BDB-468B-BB6C-2F72880ED577}" type="sibTrans" cxnId="{F0F3D5E7-1ECD-4D52-AC12-8B542E0D5703}">
      <dgm:prSet/>
      <dgm:spPr/>
      <dgm:t>
        <a:bodyPr/>
        <a:lstStyle/>
        <a:p>
          <a:endParaRPr lang="en-US"/>
        </a:p>
      </dgm:t>
    </dgm:pt>
    <dgm:pt modelId="{4B44E8F2-7EBE-4CDF-A78A-EBE004B6A09B}">
      <dgm:prSet phldrT="[Text]"/>
      <dgm:spPr/>
      <dgm:t>
        <a:bodyPr/>
        <a:lstStyle/>
        <a:p>
          <a:r>
            <a:rPr lang="en-US" dirty="0" smtClean="0"/>
            <a:t>Telecommunication</a:t>
          </a:r>
          <a:endParaRPr lang="en-US" dirty="0"/>
        </a:p>
      </dgm:t>
    </dgm:pt>
    <dgm:pt modelId="{71474410-4134-4DB7-A3BD-11B76F33B921}" type="parTrans" cxnId="{94ADB994-4C6D-43E7-9B20-A98EAC296237}">
      <dgm:prSet/>
      <dgm:spPr/>
      <dgm:t>
        <a:bodyPr/>
        <a:lstStyle/>
        <a:p>
          <a:endParaRPr lang="en-US"/>
        </a:p>
      </dgm:t>
    </dgm:pt>
    <dgm:pt modelId="{62EE9C58-B770-4D0E-8D26-EEB2A85FA8B5}" type="sibTrans" cxnId="{94ADB994-4C6D-43E7-9B20-A98EAC296237}">
      <dgm:prSet/>
      <dgm:spPr/>
      <dgm:t>
        <a:bodyPr/>
        <a:lstStyle/>
        <a:p>
          <a:endParaRPr lang="en-US"/>
        </a:p>
      </dgm:t>
    </dgm:pt>
    <dgm:pt modelId="{2E0D9D61-EB4E-47CF-8241-AA6F8DAF71CD}">
      <dgm:prSet/>
      <dgm:spPr/>
      <dgm:t>
        <a:bodyPr/>
        <a:lstStyle/>
        <a:p>
          <a:r>
            <a:rPr lang="en-US" smtClean="0"/>
            <a:t>Connections</a:t>
          </a:r>
          <a:endParaRPr lang="en-US" dirty="0"/>
        </a:p>
      </dgm:t>
    </dgm:pt>
    <dgm:pt modelId="{562B1195-63CE-4537-9BA3-0C22AE8C41CD}" type="parTrans" cxnId="{9221C0FB-99F3-498C-BD9F-4CDAEDD07E0F}">
      <dgm:prSet/>
      <dgm:spPr/>
      <dgm:t>
        <a:bodyPr/>
        <a:lstStyle/>
        <a:p>
          <a:endParaRPr lang="en-US"/>
        </a:p>
      </dgm:t>
    </dgm:pt>
    <dgm:pt modelId="{585CCB61-E351-46C5-B833-4578904D9542}" type="sibTrans" cxnId="{9221C0FB-99F3-498C-BD9F-4CDAEDD07E0F}">
      <dgm:prSet/>
      <dgm:spPr/>
      <dgm:t>
        <a:bodyPr/>
        <a:lstStyle/>
        <a:p>
          <a:endParaRPr lang="en-US"/>
        </a:p>
      </dgm:t>
    </dgm:pt>
    <dgm:pt modelId="{70862A7E-12DE-4253-9EFE-575AF65C6458}">
      <dgm:prSet/>
      <dgm:spPr/>
      <dgm:t>
        <a:bodyPr/>
        <a:lstStyle/>
        <a:p>
          <a:r>
            <a:rPr lang="en-US" dirty="0" smtClean="0"/>
            <a:t>Uploads</a:t>
          </a:r>
          <a:endParaRPr lang="en-US" dirty="0"/>
        </a:p>
      </dgm:t>
    </dgm:pt>
    <dgm:pt modelId="{C1A39E0C-6846-4538-B29B-4083B44AFF48}" type="parTrans" cxnId="{97EF71C5-FD0F-496F-B18D-AEAB51BF2739}">
      <dgm:prSet/>
      <dgm:spPr/>
      <dgm:t>
        <a:bodyPr/>
        <a:lstStyle/>
        <a:p>
          <a:endParaRPr lang="en-US"/>
        </a:p>
      </dgm:t>
    </dgm:pt>
    <dgm:pt modelId="{9AE2AF5D-D235-463A-8D70-85B600CE09DE}" type="sibTrans" cxnId="{97EF71C5-FD0F-496F-B18D-AEAB51BF2739}">
      <dgm:prSet/>
      <dgm:spPr/>
      <dgm:t>
        <a:bodyPr/>
        <a:lstStyle/>
        <a:p>
          <a:endParaRPr lang="en-US"/>
        </a:p>
      </dgm:t>
    </dgm:pt>
    <dgm:pt modelId="{ACCB9706-4D3A-405C-AF8B-EEF3A55FD22C}">
      <dgm:prSet/>
      <dgm:spPr/>
      <dgm:t>
        <a:bodyPr/>
        <a:lstStyle/>
        <a:p>
          <a:r>
            <a:rPr lang="en-US" dirty="0" smtClean="0"/>
            <a:t>Preferences</a:t>
          </a:r>
          <a:endParaRPr lang="en-US" dirty="0"/>
        </a:p>
      </dgm:t>
    </dgm:pt>
    <dgm:pt modelId="{581BC000-065A-4555-BF0B-D3EBFD5FCC9A}" type="parTrans" cxnId="{772B7C5C-7A46-4F9D-948A-42AD8949C2BD}">
      <dgm:prSet/>
      <dgm:spPr/>
      <dgm:t>
        <a:bodyPr/>
        <a:lstStyle/>
        <a:p>
          <a:endParaRPr lang="en-US"/>
        </a:p>
      </dgm:t>
    </dgm:pt>
    <dgm:pt modelId="{6718EAC1-9B96-457B-A213-9A05C9774F36}" type="sibTrans" cxnId="{772B7C5C-7A46-4F9D-948A-42AD8949C2BD}">
      <dgm:prSet/>
      <dgm:spPr/>
      <dgm:t>
        <a:bodyPr/>
        <a:lstStyle/>
        <a:p>
          <a:endParaRPr lang="en-US"/>
        </a:p>
      </dgm:t>
    </dgm:pt>
    <dgm:pt modelId="{5DD2E5AD-D14D-416E-B62F-BE31C8166FB9}">
      <dgm:prSet/>
      <dgm:spPr/>
      <dgm:t>
        <a:bodyPr/>
        <a:lstStyle/>
        <a:p>
          <a:r>
            <a:rPr lang="en-US" dirty="0" smtClean="0"/>
            <a:t>Usage</a:t>
          </a:r>
          <a:endParaRPr lang="en-US" dirty="0"/>
        </a:p>
      </dgm:t>
    </dgm:pt>
    <dgm:pt modelId="{640AC87C-0408-4FFE-80E9-97A99DEE140A}" type="parTrans" cxnId="{8E3D9ED8-7CE7-419F-8AE6-1EAF3EC86EBA}">
      <dgm:prSet/>
      <dgm:spPr/>
      <dgm:t>
        <a:bodyPr/>
        <a:lstStyle/>
        <a:p>
          <a:endParaRPr lang="en-US"/>
        </a:p>
      </dgm:t>
    </dgm:pt>
    <dgm:pt modelId="{55600B30-B9F3-48AF-A2D6-31A5DFF14A4F}" type="sibTrans" cxnId="{8E3D9ED8-7CE7-419F-8AE6-1EAF3EC86EBA}">
      <dgm:prSet/>
      <dgm:spPr/>
      <dgm:t>
        <a:bodyPr/>
        <a:lstStyle/>
        <a:p>
          <a:endParaRPr lang="en-US"/>
        </a:p>
      </dgm:t>
    </dgm:pt>
    <dgm:pt modelId="{0D4013AF-8E3C-4A2D-B3A9-61E60A7A9332}">
      <dgm:prSet/>
      <dgm:spPr/>
      <dgm:t>
        <a:bodyPr/>
        <a:lstStyle/>
        <a:p>
          <a:r>
            <a:rPr lang="en-US" dirty="0" smtClean="0"/>
            <a:t>Billing</a:t>
          </a:r>
          <a:endParaRPr lang="en-US" dirty="0"/>
        </a:p>
      </dgm:t>
    </dgm:pt>
    <dgm:pt modelId="{6197FDC1-BF57-415D-B071-A0949FDDC331}" type="parTrans" cxnId="{DB146248-7480-42D6-874F-87D1B46CCA1C}">
      <dgm:prSet/>
      <dgm:spPr/>
      <dgm:t>
        <a:bodyPr/>
        <a:lstStyle/>
        <a:p>
          <a:endParaRPr lang="en-US"/>
        </a:p>
      </dgm:t>
    </dgm:pt>
    <dgm:pt modelId="{058BAEE3-F048-45B2-B97A-8EBC6EB4AF6F}" type="sibTrans" cxnId="{DB146248-7480-42D6-874F-87D1B46CCA1C}">
      <dgm:prSet/>
      <dgm:spPr/>
      <dgm:t>
        <a:bodyPr/>
        <a:lstStyle/>
        <a:p>
          <a:endParaRPr lang="en-US"/>
        </a:p>
      </dgm:t>
    </dgm:pt>
    <dgm:pt modelId="{85C2BF5B-453B-45B3-8A12-2E85AE3F563A}">
      <dgm:prSet/>
      <dgm:spPr/>
      <dgm:t>
        <a:bodyPr/>
        <a:lstStyle/>
        <a:p>
          <a:r>
            <a:rPr lang="en-US" dirty="0" smtClean="0"/>
            <a:t>User</a:t>
          </a:r>
          <a:endParaRPr lang="en-US" dirty="0"/>
        </a:p>
      </dgm:t>
    </dgm:pt>
    <dgm:pt modelId="{8053A66E-2159-4C03-8FFF-BEDE88A16757}" type="parTrans" cxnId="{96DC0629-50FC-4A12-821F-E2CD2C65D123}">
      <dgm:prSet/>
      <dgm:spPr/>
      <dgm:t>
        <a:bodyPr/>
        <a:lstStyle/>
        <a:p>
          <a:endParaRPr lang="en-US"/>
        </a:p>
      </dgm:t>
    </dgm:pt>
    <dgm:pt modelId="{92CE7AFA-5569-45E1-BF7A-34BE4712DE5F}" type="sibTrans" cxnId="{96DC0629-50FC-4A12-821F-E2CD2C65D123}">
      <dgm:prSet/>
      <dgm:spPr/>
      <dgm:t>
        <a:bodyPr/>
        <a:lstStyle/>
        <a:p>
          <a:endParaRPr lang="en-US"/>
        </a:p>
      </dgm:t>
    </dgm:pt>
    <dgm:pt modelId="{A5CCD0C2-CD86-4D84-B21A-298CE14C878F}" type="pres">
      <dgm:prSet presAssocID="{DF2224A7-84D7-4589-8881-4F0E9945A15E}" presName="linearFlow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1A39905-4D01-4AC2-B4FA-28133AF0CEBA}" type="pres">
      <dgm:prSet presAssocID="{B4EF5358-F971-4E22-89BA-07BAA76A5933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6EA69C-4C19-4E4D-A81E-A2C52A0FA853}" type="pres">
      <dgm:prSet presAssocID="{B4EF5358-F971-4E22-89BA-07BAA76A5933}" presName="image" presStyleLbl="fgImgPlac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8B5EEE08-94DF-4190-8A10-EE41577D778A}" type="pres">
      <dgm:prSet presAssocID="{B4EF5358-F971-4E22-89BA-07BAA76A5933}" presName="child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E97B0D-810D-4BE1-9337-A4B86554E9B2}" type="pres">
      <dgm:prSet presAssocID="{B4EF5358-F971-4E22-89BA-07BAA76A5933}" presName="parentNode" presStyleLbl="revTx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18FE00-0E23-487A-BEB0-1FDAC15180EA}" type="pres">
      <dgm:prSet presAssocID="{47835280-5BDB-468B-BB6C-2F72880ED577}" presName="sibTrans" presStyleCnt="0"/>
      <dgm:spPr/>
      <dgm:t>
        <a:bodyPr/>
        <a:lstStyle/>
        <a:p>
          <a:endParaRPr lang="en-US"/>
        </a:p>
      </dgm:t>
    </dgm:pt>
    <dgm:pt modelId="{7271B68D-E88E-4362-8B21-6F9994965691}" type="pres">
      <dgm:prSet presAssocID="{4B44E8F2-7EBE-4CDF-A78A-EBE004B6A09B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D03DD1-7525-4785-B6C4-BBFBD6DBB1D7}" type="pres">
      <dgm:prSet presAssocID="{4B44E8F2-7EBE-4CDF-A78A-EBE004B6A09B}" presName="image" presStyleLbl="fgImgPlace1" presStyleIdx="1" presStyleCnt="2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8FA1F186-5B01-4099-BFC5-D549BD8330CA}" type="pres">
      <dgm:prSet presAssocID="{4B44E8F2-7EBE-4CDF-A78A-EBE004B6A09B}" presName="child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14C81A-7EE2-4AAC-BB1F-4A4E71C36294}" type="pres">
      <dgm:prSet presAssocID="{4B44E8F2-7EBE-4CDF-A78A-EBE004B6A09B}" presName="parentNode" presStyleLbl="revTx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6DC0629-50FC-4A12-821F-E2CD2C65D123}" srcId="{4B44E8F2-7EBE-4CDF-A78A-EBE004B6A09B}" destId="{85C2BF5B-453B-45B3-8A12-2E85AE3F563A}" srcOrd="0" destOrd="0" parTransId="{8053A66E-2159-4C03-8FFF-BEDE88A16757}" sibTransId="{92CE7AFA-5569-45E1-BF7A-34BE4712DE5F}"/>
    <dgm:cxn modelId="{772B7C5C-7A46-4F9D-948A-42AD8949C2BD}" srcId="{B4EF5358-F971-4E22-89BA-07BAA76A5933}" destId="{ACCB9706-4D3A-405C-AF8B-EEF3A55FD22C}" srcOrd="2" destOrd="0" parTransId="{581BC000-065A-4555-BF0B-D3EBFD5FCC9A}" sibTransId="{6718EAC1-9B96-457B-A213-9A05C9774F36}"/>
    <dgm:cxn modelId="{DB146248-7480-42D6-874F-87D1B46CCA1C}" srcId="{4B44E8F2-7EBE-4CDF-A78A-EBE004B6A09B}" destId="{0D4013AF-8E3C-4A2D-B3A9-61E60A7A9332}" srcOrd="2" destOrd="0" parTransId="{6197FDC1-BF57-415D-B071-A0949FDDC331}" sibTransId="{058BAEE3-F048-45B2-B97A-8EBC6EB4AF6F}"/>
    <dgm:cxn modelId="{B5AA6DB3-F5D3-4D5B-B7B7-721F1A519F97}" type="presOf" srcId="{DF2224A7-84D7-4589-8881-4F0E9945A15E}" destId="{A5CCD0C2-CD86-4D84-B21A-298CE14C878F}" srcOrd="0" destOrd="0" presId="urn:microsoft.com/office/officeart/2005/8/layout/hList2"/>
    <dgm:cxn modelId="{CD2BD996-6233-4F99-B3CA-F90076111B96}" type="presOf" srcId="{4B44E8F2-7EBE-4CDF-A78A-EBE004B6A09B}" destId="{6214C81A-7EE2-4AAC-BB1F-4A4E71C36294}" srcOrd="0" destOrd="0" presId="urn:microsoft.com/office/officeart/2005/8/layout/hList2"/>
    <dgm:cxn modelId="{94ADB994-4C6D-43E7-9B20-A98EAC296237}" srcId="{DF2224A7-84D7-4589-8881-4F0E9945A15E}" destId="{4B44E8F2-7EBE-4CDF-A78A-EBE004B6A09B}" srcOrd="1" destOrd="0" parTransId="{71474410-4134-4DB7-A3BD-11B76F33B921}" sibTransId="{62EE9C58-B770-4D0E-8D26-EEB2A85FA8B5}"/>
    <dgm:cxn modelId="{838F98C4-1914-40D2-8FB8-975D60AC0057}" type="presOf" srcId="{70862A7E-12DE-4253-9EFE-575AF65C6458}" destId="{8B5EEE08-94DF-4190-8A10-EE41577D778A}" srcOrd="0" destOrd="1" presId="urn:microsoft.com/office/officeart/2005/8/layout/hList2"/>
    <dgm:cxn modelId="{F0F3D5E7-1ECD-4D52-AC12-8B542E0D5703}" srcId="{DF2224A7-84D7-4589-8881-4F0E9945A15E}" destId="{B4EF5358-F971-4E22-89BA-07BAA76A5933}" srcOrd="0" destOrd="0" parTransId="{D4C6E1CF-5F9F-4CEC-AB10-2CA06B11BBE6}" sibTransId="{47835280-5BDB-468B-BB6C-2F72880ED577}"/>
    <dgm:cxn modelId="{70F6382B-04FB-4F9E-9005-6DBE89441654}" type="presOf" srcId="{2E0D9D61-EB4E-47CF-8241-AA6F8DAF71CD}" destId="{8B5EEE08-94DF-4190-8A10-EE41577D778A}" srcOrd="0" destOrd="0" presId="urn:microsoft.com/office/officeart/2005/8/layout/hList2"/>
    <dgm:cxn modelId="{97EF71C5-FD0F-496F-B18D-AEAB51BF2739}" srcId="{B4EF5358-F971-4E22-89BA-07BAA76A5933}" destId="{70862A7E-12DE-4253-9EFE-575AF65C6458}" srcOrd="1" destOrd="0" parTransId="{C1A39E0C-6846-4538-B29B-4083B44AFF48}" sibTransId="{9AE2AF5D-D235-463A-8D70-85B600CE09DE}"/>
    <dgm:cxn modelId="{EDF85DFA-96E9-4332-9B85-A0949F1CE41E}" type="presOf" srcId="{0D4013AF-8E3C-4A2D-B3A9-61E60A7A9332}" destId="{8FA1F186-5B01-4099-BFC5-D549BD8330CA}" srcOrd="0" destOrd="2" presId="urn:microsoft.com/office/officeart/2005/8/layout/hList2"/>
    <dgm:cxn modelId="{92A028F4-7BCA-4E8E-9FED-72C50E79CA71}" type="presOf" srcId="{ACCB9706-4D3A-405C-AF8B-EEF3A55FD22C}" destId="{8B5EEE08-94DF-4190-8A10-EE41577D778A}" srcOrd="0" destOrd="2" presId="urn:microsoft.com/office/officeart/2005/8/layout/hList2"/>
    <dgm:cxn modelId="{7A652CAF-C2A1-4CF7-AEF4-1D35F390A4C1}" type="presOf" srcId="{85C2BF5B-453B-45B3-8A12-2E85AE3F563A}" destId="{8FA1F186-5B01-4099-BFC5-D549BD8330CA}" srcOrd="0" destOrd="0" presId="urn:microsoft.com/office/officeart/2005/8/layout/hList2"/>
    <dgm:cxn modelId="{32FEEFF0-70DE-4C6D-BAD4-3163501DB73B}" type="presOf" srcId="{5DD2E5AD-D14D-416E-B62F-BE31C8166FB9}" destId="{8FA1F186-5B01-4099-BFC5-D549BD8330CA}" srcOrd="0" destOrd="1" presId="urn:microsoft.com/office/officeart/2005/8/layout/hList2"/>
    <dgm:cxn modelId="{9221C0FB-99F3-498C-BD9F-4CDAEDD07E0F}" srcId="{B4EF5358-F971-4E22-89BA-07BAA76A5933}" destId="{2E0D9D61-EB4E-47CF-8241-AA6F8DAF71CD}" srcOrd="0" destOrd="0" parTransId="{562B1195-63CE-4537-9BA3-0C22AE8C41CD}" sibTransId="{585CCB61-E351-46C5-B833-4578904D9542}"/>
    <dgm:cxn modelId="{8E3D9ED8-7CE7-419F-8AE6-1EAF3EC86EBA}" srcId="{4B44E8F2-7EBE-4CDF-A78A-EBE004B6A09B}" destId="{5DD2E5AD-D14D-416E-B62F-BE31C8166FB9}" srcOrd="1" destOrd="0" parTransId="{640AC87C-0408-4FFE-80E9-97A99DEE140A}" sibTransId="{55600B30-B9F3-48AF-A2D6-31A5DFF14A4F}"/>
    <dgm:cxn modelId="{85C4D15F-28A9-4128-81D6-567D466790F1}" type="presOf" srcId="{B4EF5358-F971-4E22-89BA-07BAA76A5933}" destId="{23E97B0D-810D-4BE1-9337-A4B86554E9B2}" srcOrd="0" destOrd="0" presId="urn:microsoft.com/office/officeart/2005/8/layout/hList2"/>
    <dgm:cxn modelId="{B74F5850-64AB-46C5-9FF3-B39F70F6E998}" type="presParOf" srcId="{A5CCD0C2-CD86-4D84-B21A-298CE14C878F}" destId="{41A39905-4D01-4AC2-B4FA-28133AF0CEBA}" srcOrd="0" destOrd="0" presId="urn:microsoft.com/office/officeart/2005/8/layout/hList2"/>
    <dgm:cxn modelId="{5E2539AB-3D2C-491D-AC3F-8200A55E1238}" type="presParOf" srcId="{41A39905-4D01-4AC2-B4FA-28133AF0CEBA}" destId="{496EA69C-4C19-4E4D-A81E-A2C52A0FA853}" srcOrd="0" destOrd="0" presId="urn:microsoft.com/office/officeart/2005/8/layout/hList2"/>
    <dgm:cxn modelId="{117CED64-244D-459C-ACCD-010A9327F990}" type="presParOf" srcId="{41A39905-4D01-4AC2-B4FA-28133AF0CEBA}" destId="{8B5EEE08-94DF-4190-8A10-EE41577D778A}" srcOrd="1" destOrd="0" presId="urn:microsoft.com/office/officeart/2005/8/layout/hList2"/>
    <dgm:cxn modelId="{2EE45D67-DF86-45A9-BA2B-74EFAD717926}" type="presParOf" srcId="{41A39905-4D01-4AC2-B4FA-28133AF0CEBA}" destId="{23E97B0D-810D-4BE1-9337-A4B86554E9B2}" srcOrd="2" destOrd="0" presId="urn:microsoft.com/office/officeart/2005/8/layout/hList2"/>
    <dgm:cxn modelId="{C1ED0301-FF28-4655-8189-8495EC1A9E63}" type="presParOf" srcId="{A5CCD0C2-CD86-4D84-B21A-298CE14C878F}" destId="{6718FE00-0E23-487A-BEB0-1FDAC15180EA}" srcOrd="1" destOrd="0" presId="urn:microsoft.com/office/officeart/2005/8/layout/hList2"/>
    <dgm:cxn modelId="{42F923FB-E0DE-419B-B834-2F9A9603987A}" type="presParOf" srcId="{A5CCD0C2-CD86-4D84-B21A-298CE14C878F}" destId="{7271B68D-E88E-4362-8B21-6F9994965691}" srcOrd="2" destOrd="0" presId="urn:microsoft.com/office/officeart/2005/8/layout/hList2"/>
    <dgm:cxn modelId="{DE7DD541-6829-48D2-B5CB-FF4BAF21182B}" type="presParOf" srcId="{7271B68D-E88E-4362-8B21-6F9994965691}" destId="{62D03DD1-7525-4785-B6C4-BBFBD6DBB1D7}" srcOrd="0" destOrd="0" presId="urn:microsoft.com/office/officeart/2005/8/layout/hList2"/>
    <dgm:cxn modelId="{CD5E81A7-551A-4D77-AFF7-8C1105591A16}" type="presParOf" srcId="{7271B68D-E88E-4362-8B21-6F9994965691}" destId="{8FA1F186-5B01-4099-BFC5-D549BD8330CA}" srcOrd="1" destOrd="0" presId="urn:microsoft.com/office/officeart/2005/8/layout/hList2"/>
    <dgm:cxn modelId="{AAF87883-F72F-4E2E-9655-906F05077908}" type="presParOf" srcId="{7271B68D-E88E-4362-8B21-6F9994965691}" destId="{6214C81A-7EE2-4AAC-BB1F-4A4E71C36294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EB93DED-9D19-4B09-8820-CACDD8E5DFA6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4F51CF8-104B-4D75-AB9E-4185D9A1940E}">
      <dgm:prSet phldrT="[Text]"/>
      <dgm:spPr/>
      <dgm:t>
        <a:bodyPr/>
        <a:lstStyle/>
        <a:p>
          <a:r>
            <a:rPr lang="en-US" dirty="0" smtClean="0"/>
            <a:t>Soldiers</a:t>
          </a:r>
          <a:endParaRPr lang="en-US" dirty="0"/>
        </a:p>
      </dgm:t>
    </dgm:pt>
    <dgm:pt modelId="{7F96087D-C04C-4088-B71B-C17FA233C190}" type="parTrans" cxnId="{7E336F37-2348-4BD0-8518-5D0285CE7C99}">
      <dgm:prSet/>
      <dgm:spPr/>
      <dgm:t>
        <a:bodyPr/>
        <a:lstStyle/>
        <a:p>
          <a:endParaRPr lang="en-US"/>
        </a:p>
      </dgm:t>
    </dgm:pt>
    <dgm:pt modelId="{6BFB3028-3BE5-43FD-96F6-5CFC75478D79}" type="sibTrans" cxnId="{7E336F37-2348-4BD0-8518-5D0285CE7C99}">
      <dgm:prSet/>
      <dgm:spPr/>
      <dgm:t>
        <a:bodyPr/>
        <a:lstStyle/>
        <a:p>
          <a:endParaRPr lang="en-US"/>
        </a:p>
      </dgm:t>
    </dgm:pt>
    <dgm:pt modelId="{26562C7D-E483-48BD-9713-89EE0AF4EC85}">
      <dgm:prSet phldrT="[Text]"/>
      <dgm:spPr/>
      <dgm:t>
        <a:bodyPr/>
        <a:lstStyle/>
        <a:p>
          <a:r>
            <a:rPr lang="en-US" dirty="0" smtClean="0"/>
            <a:t>Resources</a:t>
          </a:r>
          <a:endParaRPr lang="en-US" dirty="0"/>
        </a:p>
      </dgm:t>
    </dgm:pt>
    <dgm:pt modelId="{214C615A-9FD8-4853-B555-2E82110455FA}" type="parTrans" cxnId="{A1A2E967-88A0-4863-99C9-C40E89417CCE}">
      <dgm:prSet/>
      <dgm:spPr/>
      <dgm:t>
        <a:bodyPr/>
        <a:lstStyle/>
        <a:p>
          <a:endParaRPr lang="en-US"/>
        </a:p>
      </dgm:t>
    </dgm:pt>
    <dgm:pt modelId="{0E43BE26-8EEB-42B1-8A90-0134870AC890}" type="sibTrans" cxnId="{A1A2E967-88A0-4863-99C9-C40E89417CCE}">
      <dgm:prSet/>
      <dgm:spPr/>
      <dgm:t>
        <a:bodyPr/>
        <a:lstStyle/>
        <a:p>
          <a:endParaRPr lang="en-US"/>
        </a:p>
      </dgm:t>
    </dgm:pt>
    <dgm:pt modelId="{65AEC0B8-C6A0-4A50-8267-0861B43DC32E}">
      <dgm:prSet phldrT="[Text]"/>
      <dgm:spPr/>
      <dgm:t>
        <a:bodyPr/>
        <a:lstStyle/>
        <a:p>
          <a:r>
            <a:rPr lang="en-US" dirty="0" smtClean="0"/>
            <a:t>Operations</a:t>
          </a:r>
          <a:endParaRPr lang="en-US" dirty="0"/>
        </a:p>
      </dgm:t>
    </dgm:pt>
    <dgm:pt modelId="{88D8A494-954B-4A34-87AD-B9F606B8A27C}" type="parTrans" cxnId="{FDF984BB-1574-498F-AAE4-8E89BCF14F55}">
      <dgm:prSet/>
      <dgm:spPr/>
      <dgm:t>
        <a:bodyPr/>
        <a:lstStyle/>
        <a:p>
          <a:endParaRPr lang="en-US"/>
        </a:p>
      </dgm:t>
    </dgm:pt>
    <dgm:pt modelId="{CDADEC23-CF12-4BAB-9841-F92FFA8D2792}" type="sibTrans" cxnId="{FDF984BB-1574-498F-AAE4-8E89BCF14F55}">
      <dgm:prSet/>
      <dgm:spPr/>
      <dgm:t>
        <a:bodyPr/>
        <a:lstStyle/>
        <a:p>
          <a:endParaRPr lang="en-US"/>
        </a:p>
      </dgm:t>
    </dgm:pt>
    <dgm:pt modelId="{F2E33514-9514-4215-B414-709912FE9841}">
      <dgm:prSet phldrT="[Text]"/>
      <dgm:spPr/>
      <dgm:t>
        <a:bodyPr/>
        <a:lstStyle/>
        <a:p>
          <a:r>
            <a:rPr lang="en-US" dirty="0" smtClean="0"/>
            <a:t>Defense</a:t>
          </a:r>
          <a:endParaRPr lang="en-US" dirty="0"/>
        </a:p>
      </dgm:t>
    </dgm:pt>
    <dgm:pt modelId="{545A660C-FC4B-4697-B38E-EDC1D36DCBC4}" type="parTrans" cxnId="{7D9C3E02-4BD6-404C-BDA4-D082EC9F3CEE}">
      <dgm:prSet/>
      <dgm:spPr/>
      <dgm:t>
        <a:bodyPr/>
        <a:lstStyle/>
        <a:p>
          <a:endParaRPr lang="en-US"/>
        </a:p>
      </dgm:t>
    </dgm:pt>
    <dgm:pt modelId="{CD6917DF-CD52-4EB0-8199-9DD43C82BDFA}" type="sibTrans" cxnId="{7D9C3E02-4BD6-404C-BDA4-D082EC9F3CEE}">
      <dgm:prSet/>
      <dgm:spPr/>
      <dgm:t>
        <a:bodyPr/>
        <a:lstStyle/>
        <a:p>
          <a:endParaRPr lang="en-US"/>
        </a:p>
      </dgm:t>
    </dgm:pt>
    <dgm:pt modelId="{83D8B21F-82A6-4CCE-87FF-D9437275940A}">
      <dgm:prSet phldrT="[Text]"/>
      <dgm:spPr/>
      <dgm:t>
        <a:bodyPr/>
        <a:lstStyle/>
        <a:p>
          <a:r>
            <a:rPr lang="en-US" dirty="0" smtClean="0"/>
            <a:t>Intelligence</a:t>
          </a:r>
          <a:endParaRPr lang="en-US" dirty="0"/>
        </a:p>
      </dgm:t>
    </dgm:pt>
    <dgm:pt modelId="{446582FD-445D-473C-92B4-4A21D0FC6D54}" type="parTrans" cxnId="{77B7094E-82AB-4B76-9BDE-A46F8F9292AD}">
      <dgm:prSet/>
      <dgm:spPr/>
      <dgm:t>
        <a:bodyPr/>
        <a:lstStyle/>
        <a:p>
          <a:endParaRPr lang="en-US"/>
        </a:p>
      </dgm:t>
    </dgm:pt>
    <dgm:pt modelId="{DE0D8FDC-AB61-4F8E-9473-7F80559C2638}" type="sibTrans" cxnId="{77B7094E-82AB-4B76-9BDE-A46F8F9292AD}">
      <dgm:prSet/>
      <dgm:spPr/>
      <dgm:t>
        <a:bodyPr/>
        <a:lstStyle/>
        <a:p>
          <a:endParaRPr lang="en-US"/>
        </a:p>
      </dgm:t>
    </dgm:pt>
    <dgm:pt modelId="{141A03B0-C8B8-4ABE-A65C-ABFDB5DD28DA}">
      <dgm:prSet phldrT="[Text]"/>
      <dgm:spPr/>
      <dgm:t>
        <a:bodyPr/>
        <a:lstStyle/>
        <a:p>
          <a:r>
            <a:rPr lang="en-US" dirty="0" smtClean="0"/>
            <a:t>Development</a:t>
          </a:r>
          <a:endParaRPr lang="en-US" dirty="0"/>
        </a:p>
      </dgm:t>
    </dgm:pt>
    <dgm:pt modelId="{41A7E5B5-E772-4B8B-96A5-15F3ADD583F3}" type="parTrans" cxnId="{A184D00D-DA37-4D22-A3EC-ACE5439FA658}">
      <dgm:prSet/>
      <dgm:spPr/>
      <dgm:t>
        <a:bodyPr/>
        <a:lstStyle/>
        <a:p>
          <a:endParaRPr lang="en-US"/>
        </a:p>
      </dgm:t>
    </dgm:pt>
    <dgm:pt modelId="{0C64B9CD-BD2A-46C7-8644-22A9752C1E64}" type="sibTrans" cxnId="{A184D00D-DA37-4D22-A3EC-ACE5439FA658}">
      <dgm:prSet/>
      <dgm:spPr/>
      <dgm:t>
        <a:bodyPr/>
        <a:lstStyle/>
        <a:p>
          <a:endParaRPr lang="en-US"/>
        </a:p>
      </dgm:t>
    </dgm:pt>
    <dgm:pt modelId="{49587291-D20E-48D5-8045-48E4D6A1BFC6}" type="pres">
      <dgm:prSet presAssocID="{AEB93DED-9D19-4B09-8820-CACDD8E5DFA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9A77099-F9C0-4872-B5A6-5EADF032E2FC}" type="pres">
      <dgm:prSet presAssocID="{94F51CF8-104B-4D75-AB9E-4185D9A1940E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505123-D185-4926-871D-AB25CC738A68}" type="pres">
      <dgm:prSet presAssocID="{6BFB3028-3BE5-43FD-96F6-5CFC75478D79}" presName="sibTrans" presStyleCnt="0"/>
      <dgm:spPr/>
      <dgm:t>
        <a:bodyPr/>
        <a:lstStyle/>
        <a:p>
          <a:endParaRPr lang="en-US"/>
        </a:p>
      </dgm:t>
    </dgm:pt>
    <dgm:pt modelId="{AE88A952-DFD7-486E-9668-C09C954D3DA1}" type="pres">
      <dgm:prSet presAssocID="{26562C7D-E483-48BD-9713-89EE0AF4EC85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BF5476-7345-4A47-83DF-B3636AC88465}" type="pres">
      <dgm:prSet presAssocID="{0E43BE26-8EEB-42B1-8A90-0134870AC890}" presName="sibTrans" presStyleCnt="0"/>
      <dgm:spPr/>
      <dgm:t>
        <a:bodyPr/>
        <a:lstStyle/>
        <a:p>
          <a:endParaRPr lang="en-US"/>
        </a:p>
      </dgm:t>
    </dgm:pt>
    <dgm:pt modelId="{42772457-EF1D-473C-A4E2-515CDAD76E9F}" type="pres">
      <dgm:prSet presAssocID="{65AEC0B8-C6A0-4A50-8267-0861B43DC32E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98FFFC-CA78-46EC-8927-8EC8FD620082}" type="pres">
      <dgm:prSet presAssocID="{CDADEC23-CF12-4BAB-9841-F92FFA8D2792}" presName="sibTrans" presStyleCnt="0"/>
      <dgm:spPr/>
      <dgm:t>
        <a:bodyPr/>
        <a:lstStyle/>
        <a:p>
          <a:endParaRPr lang="en-US"/>
        </a:p>
      </dgm:t>
    </dgm:pt>
    <dgm:pt modelId="{458306AB-1FF9-45AD-8BDC-93363479D54E}" type="pres">
      <dgm:prSet presAssocID="{F2E33514-9514-4215-B414-709912FE9841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32EFE0-4607-48FC-9B39-65C4C5B8C251}" type="pres">
      <dgm:prSet presAssocID="{CD6917DF-CD52-4EB0-8199-9DD43C82BDFA}" presName="sibTrans" presStyleCnt="0"/>
      <dgm:spPr/>
      <dgm:t>
        <a:bodyPr/>
        <a:lstStyle/>
        <a:p>
          <a:endParaRPr lang="en-US"/>
        </a:p>
      </dgm:t>
    </dgm:pt>
    <dgm:pt modelId="{3630D5FD-1D89-472A-9B9C-F681D6586655}" type="pres">
      <dgm:prSet presAssocID="{83D8B21F-82A6-4CCE-87FF-D9437275940A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0742AA-B42E-4188-B251-1D097E932949}" type="pres">
      <dgm:prSet presAssocID="{DE0D8FDC-AB61-4F8E-9473-7F80559C2638}" presName="sibTrans" presStyleCnt="0"/>
      <dgm:spPr/>
      <dgm:t>
        <a:bodyPr/>
        <a:lstStyle/>
        <a:p>
          <a:endParaRPr lang="en-US"/>
        </a:p>
      </dgm:t>
    </dgm:pt>
    <dgm:pt modelId="{637005C2-4C34-469B-87A8-C264E750BE45}" type="pres">
      <dgm:prSet presAssocID="{141A03B0-C8B8-4ABE-A65C-ABFDB5DD28DA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AC2BC6F-7381-4D78-A00E-B841F85E2756}" type="presOf" srcId="{26562C7D-E483-48BD-9713-89EE0AF4EC85}" destId="{AE88A952-DFD7-486E-9668-C09C954D3DA1}" srcOrd="0" destOrd="0" presId="urn:microsoft.com/office/officeart/2005/8/layout/default"/>
    <dgm:cxn modelId="{61CE54A8-D0F6-4A19-8BBE-EE24371314AB}" type="presOf" srcId="{AEB93DED-9D19-4B09-8820-CACDD8E5DFA6}" destId="{49587291-D20E-48D5-8045-48E4D6A1BFC6}" srcOrd="0" destOrd="0" presId="urn:microsoft.com/office/officeart/2005/8/layout/default"/>
    <dgm:cxn modelId="{D3FB2CDB-2677-4620-B5F0-211FA7B69028}" type="presOf" srcId="{141A03B0-C8B8-4ABE-A65C-ABFDB5DD28DA}" destId="{637005C2-4C34-469B-87A8-C264E750BE45}" srcOrd="0" destOrd="0" presId="urn:microsoft.com/office/officeart/2005/8/layout/default"/>
    <dgm:cxn modelId="{069D4988-8FC3-4440-A9B5-E8B8EE465705}" type="presOf" srcId="{65AEC0B8-C6A0-4A50-8267-0861B43DC32E}" destId="{42772457-EF1D-473C-A4E2-515CDAD76E9F}" srcOrd="0" destOrd="0" presId="urn:microsoft.com/office/officeart/2005/8/layout/default"/>
    <dgm:cxn modelId="{D8CFA5FC-A41F-4130-8BD9-2A5835C2C88B}" type="presOf" srcId="{83D8B21F-82A6-4CCE-87FF-D9437275940A}" destId="{3630D5FD-1D89-472A-9B9C-F681D6586655}" srcOrd="0" destOrd="0" presId="urn:microsoft.com/office/officeart/2005/8/layout/default"/>
    <dgm:cxn modelId="{77B7094E-82AB-4B76-9BDE-A46F8F9292AD}" srcId="{AEB93DED-9D19-4B09-8820-CACDD8E5DFA6}" destId="{83D8B21F-82A6-4CCE-87FF-D9437275940A}" srcOrd="4" destOrd="0" parTransId="{446582FD-445D-473C-92B4-4A21D0FC6D54}" sibTransId="{DE0D8FDC-AB61-4F8E-9473-7F80559C2638}"/>
    <dgm:cxn modelId="{FDF984BB-1574-498F-AAE4-8E89BCF14F55}" srcId="{AEB93DED-9D19-4B09-8820-CACDD8E5DFA6}" destId="{65AEC0B8-C6A0-4A50-8267-0861B43DC32E}" srcOrd="2" destOrd="0" parTransId="{88D8A494-954B-4A34-87AD-B9F606B8A27C}" sibTransId="{CDADEC23-CF12-4BAB-9841-F92FFA8D2792}"/>
    <dgm:cxn modelId="{7D9C3E02-4BD6-404C-BDA4-D082EC9F3CEE}" srcId="{AEB93DED-9D19-4B09-8820-CACDD8E5DFA6}" destId="{F2E33514-9514-4215-B414-709912FE9841}" srcOrd="3" destOrd="0" parTransId="{545A660C-FC4B-4697-B38E-EDC1D36DCBC4}" sibTransId="{CD6917DF-CD52-4EB0-8199-9DD43C82BDFA}"/>
    <dgm:cxn modelId="{7E336F37-2348-4BD0-8518-5D0285CE7C99}" srcId="{AEB93DED-9D19-4B09-8820-CACDD8E5DFA6}" destId="{94F51CF8-104B-4D75-AB9E-4185D9A1940E}" srcOrd="0" destOrd="0" parTransId="{7F96087D-C04C-4088-B71B-C17FA233C190}" sibTransId="{6BFB3028-3BE5-43FD-96F6-5CFC75478D79}"/>
    <dgm:cxn modelId="{368A13ED-C6AD-4180-95C4-78674A5D93AF}" type="presOf" srcId="{F2E33514-9514-4215-B414-709912FE9841}" destId="{458306AB-1FF9-45AD-8BDC-93363479D54E}" srcOrd="0" destOrd="0" presId="urn:microsoft.com/office/officeart/2005/8/layout/default"/>
    <dgm:cxn modelId="{A1A2E967-88A0-4863-99C9-C40E89417CCE}" srcId="{AEB93DED-9D19-4B09-8820-CACDD8E5DFA6}" destId="{26562C7D-E483-48BD-9713-89EE0AF4EC85}" srcOrd="1" destOrd="0" parTransId="{214C615A-9FD8-4853-B555-2E82110455FA}" sibTransId="{0E43BE26-8EEB-42B1-8A90-0134870AC890}"/>
    <dgm:cxn modelId="{42B752D0-BB9E-4890-8B9A-0D99B7AED818}" type="presOf" srcId="{94F51CF8-104B-4D75-AB9E-4185D9A1940E}" destId="{F9A77099-F9C0-4872-B5A6-5EADF032E2FC}" srcOrd="0" destOrd="0" presId="urn:microsoft.com/office/officeart/2005/8/layout/default"/>
    <dgm:cxn modelId="{A184D00D-DA37-4D22-A3EC-ACE5439FA658}" srcId="{AEB93DED-9D19-4B09-8820-CACDD8E5DFA6}" destId="{141A03B0-C8B8-4ABE-A65C-ABFDB5DD28DA}" srcOrd="5" destOrd="0" parTransId="{41A7E5B5-E772-4B8B-96A5-15F3ADD583F3}" sibTransId="{0C64B9CD-BD2A-46C7-8644-22A9752C1E64}"/>
    <dgm:cxn modelId="{87263F29-0700-4146-AB3E-B5BAD9E82CC5}" type="presParOf" srcId="{49587291-D20E-48D5-8045-48E4D6A1BFC6}" destId="{F9A77099-F9C0-4872-B5A6-5EADF032E2FC}" srcOrd="0" destOrd="0" presId="urn:microsoft.com/office/officeart/2005/8/layout/default"/>
    <dgm:cxn modelId="{34501F97-A6DC-46D1-B008-EEF4B32994C8}" type="presParOf" srcId="{49587291-D20E-48D5-8045-48E4D6A1BFC6}" destId="{C1505123-D185-4926-871D-AB25CC738A68}" srcOrd="1" destOrd="0" presId="urn:microsoft.com/office/officeart/2005/8/layout/default"/>
    <dgm:cxn modelId="{1BAAB0EE-5A8C-4639-8E54-AD8B4BE53CCA}" type="presParOf" srcId="{49587291-D20E-48D5-8045-48E4D6A1BFC6}" destId="{AE88A952-DFD7-486E-9668-C09C954D3DA1}" srcOrd="2" destOrd="0" presId="urn:microsoft.com/office/officeart/2005/8/layout/default"/>
    <dgm:cxn modelId="{172F375B-3B32-4146-A647-658FA8CA150F}" type="presParOf" srcId="{49587291-D20E-48D5-8045-48E4D6A1BFC6}" destId="{D2BF5476-7345-4A47-83DF-B3636AC88465}" srcOrd="3" destOrd="0" presId="urn:microsoft.com/office/officeart/2005/8/layout/default"/>
    <dgm:cxn modelId="{A0295F99-2AA2-4DF7-8A27-E9588E700F88}" type="presParOf" srcId="{49587291-D20E-48D5-8045-48E4D6A1BFC6}" destId="{42772457-EF1D-473C-A4E2-515CDAD76E9F}" srcOrd="4" destOrd="0" presId="urn:microsoft.com/office/officeart/2005/8/layout/default"/>
    <dgm:cxn modelId="{03D215C6-47CA-41EE-9A39-44099CFB4664}" type="presParOf" srcId="{49587291-D20E-48D5-8045-48E4D6A1BFC6}" destId="{7698FFFC-CA78-46EC-8927-8EC8FD620082}" srcOrd="5" destOrd="0" presId="urn:microsoft.com/office/officeart/2005/8/layout/default"/>
    <dgm:cxn modelId="{794ED842-1794-49E0-9EDA-4A94AE6A6C61}" type="presParOf" srcId="{49587291-D20E-48D5-8045-48E4D6A1BFC6}" destId="{458306AB-1FF9-45AD-8BDC-93363479D54E}" srcOrd="6" destOrd="0" presId="urn:microsoft.com/office/officeart/2005/8/layout/default"/>
    <dgm:cxn modelId="{4F73BF95-8B54-4B9D-ABAF-FF5A437DC70A}" type="presParOf" srcId="{49587291-D20E-48D5-8045-48E4D6A1BFC6}" destId="{3032EFE0-4607-48FC-9B39-65C4C5B8C251}" srcOrd="7" destOrd="0" presId="urn:microsoft.com/office/officeart/2005/8/layout/default"/>
    <dgm:cxn modelId="{E7F1F808-9DC0-4E32-833E-BCC4198DC78E}" type="presParOf" srcId="{49587291-D20E-48D5-8045-48E4D6A1BFC6}" destId="{3630D5FD-1D89-472A-9B9C-F681D6586655}" srcOrd="8" destOrd="0" presId="urn:microsoft.com/office/officeart/2005/8/layout/default"/>
    <dgm:cxn modelId="{EE854F42-103D-415E-B620-A69E7C4C5AD2}" type="presParOf" srcId="{49587291-D20E-48D5-8045-48E4D6A1BFC6}" destId="{6F0742AA-B42E-4188-B251-1D097E932949}" srcOrd="9" destOrd="0" presId="urn:microsoft.com/office/officeart/2005/8/layout/default"/>
    <dgm:cxn modelId="{B09B9022-E97D-4AE1-9D48-B706DEB8BE12}" type="presParOf" srcId="{49587291-D20E-48D5-8045-48E4D6A1BFC6}" destId="{637005C2-4C34-469B-87A8-C264E750BE4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AF1CF8-FB23-46FC-A58A-5AB47F6F2626}">
      <dsp:nvSpPr>
        <dsp:cNvPr id="0" name=""/>
        <dsp:cNvSpPr/>
      </dsp:nvSpPr>
      <dsp:spPr>
        <a:xfrm>
          <a:off x="0" y="0"/>
          <a:ext cx="2113359" cy="40243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/>
            <a:t>Reservation System</a:t>
          </a:r>
          <a:endParaRPr lang="en-US" sz="2100" b="1" kern="1200" dirty="0"/>
        </a:p>
      </dsp:txBody>
      <dsp:txXfrm>
        <a:off x="0" y="1609725"/>
        <a:ext cx="2113359" cy="1609725"/>
      </dsp:txXfrm>
    </dsp:sp>
    <dsp:sp modelId="{F08A2D31-EEB1-4990-B5BE-2E8E8B4B80CF}">
      <dsp:nvSpPr>
        <dsp:cNvPr id="0" name=""/>
        <dsp:cNvSpPr/>
      </dsp:nvSpPr>
      <dsp:spPr>
        <a:xfrm>
          <a:off x="386631" y="241458"/>
          <a:ext cx="1340096" cy="1340096"/>
        </a:xfrm>
        <a:prstGeom prst="ellipse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6295" t="8955" r="6295" b="8955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10F768-A382-44A5-BAFC-4CFB577C0460}">
      <dsp:nvSpPr>
        <dsp:cNvPr id="0" name=""/>
        <dsp:cNvSpPr/>
      </dsp:nvSpPr>
      <dsp:spPr>
        <a:xfrm>
          <a:off x="2176760" y="0"/>
          <a:ext cx="2113359" cy="4024313"/>
        </a:xfrm>
        <a:prstGeom prst="roundRect">
          <a:avLst>
            <a:gd name="adj" fmla="val 10000"/>
          </a:avLst>
        </a:prstGeom>
        <a:solidFill>
          <a:schemeClr val="accent4">
            <a:hueOff val="2598923"/>
            <a:satOff val="-11992"/>
            <a:lumOff val="4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/>
            <a:t>Management</a:t>
          </a:r>
          <a:endParaRPr lang="en-US" sz="2100" b="1" kern="1200" dirty="0"/>
        </a:p>
      </dsp:txBody>
      <dsp:txXfrm>
        <a:off x="2176760" y="1609725"/>
        <a:ext cx="2113359" cy="1609725"/>
      </dsp:txXfrm>
    </dsp:sp>
    <dsp:sp modelId="{F2123447-7BB2-4503-A796-7C548DDAE3C0}">
      <dsp:nvSpPr>
        <dsp:cNvPr id="0" name=""/>
        <dsp:cNvSpPr/>
      </dsp:nvSpPr>
      <dsp:spPr>
        <a:xfrm>
          <a:off x="2563391" y="241458"/>
          <a:ext cx="1340096" cy="1340096"/>
        </a:xfrm>
        <a:prstGeom prst="ellipse">
          <a:avLst/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2646" t="8955" r="-56" b="8955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604C4-2D05-41FB-885C-3CC1F6067247}">
      <dsp:nvSpPr>
        <dsp:cNvPr id="0" name=""/>
        <dsp:cNvSpPr/>
      </dsp:nvSpPr>
      <dsp:spPr>
        <a:xfrm>
          <a:off x="4353520" y="0"/>
          <a:ext cx="2113359" cy="4024313"/>
        </a:xfrm>
        <a:prstGeom prst="roundRect">
          <a:avLst>
            <a:gd name="adj" fmla="val 10000"/>
          </a:avLst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/>
            <a:t>Economy</a:t>
          </a:r>
          <a:endParaRPr lang="en-US" sz="2100" b="1" kern="1200" dirty="0"/>
        </a:p>
      </dsp:txBody>
      <dsp:txXfrm>
        <a:off x="4353520" y="1609725"/>
        <a:ext cx="2113359" cy="1609725"/>
      </dsp:txXfrm>
    </dsp:sp>
    <dsp:sp modelId="{CCED0A4D-524A-471D-9510-FA00B96993EA}">
      <dsp:nvSpPr>
        <dsp:cNvPr id="0" name=""/>
        <dsp:cNvSpPr/>
      </dsp:nvSpPr>
      <dsp:spPr>
        <a:xfrm>
          <a:off x="4740151" y="241458"/>
          <a:ext cx="1340096" cy="1340096"/>
        </a:xfrm>
        <a:prstGeom prst="ellipse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6192A-1516-4C5D-B592-CBAF5EF8CD11}">
      <dsp:nvSpPr>
        <dsp:cNvPr id="0" name=""/>
        <dsp:cNvSpPr/>
      </dsp:nvSpPr>
      <dsp:spPr>
        <a:xfrm>
          <a:off x="6530280" y="0"/>
          <a:ext cx="2113359" cy="4024313"/>
        </a:xfrm>
        <a:prstGeom prst="roundRect">
          <a:avLst>
            <a:gd name="adj" fmla="val 10000"/>
          </a:avLst>
        </a:prstGeom>
        <a:solidFill>
          <a:schemeClr val="accent4">
            <a:hueOff val="7796769"/>
            <a:satOff val="-35976"/>
            <a:lumOff val="13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/>
            <a:t>Connectivity</a:t>
          </a:r>
          <a:endParaRPr lang="en-US" sz="2100" b="1" kern="1200" dirty="0"/>
        </a:p>
      </dsp:txBody>
      <dsp:txXfrm>
        <a:off x="6530280" y="1609725"/>
        <a:ext cx="2113359" cy="1609725"/>
      </dsp:txXfrm>
    </dsp:sp>
    <dsp:sp modelId="{10267066-EB12-4A4C-83C6-9F6D9C6A1202}">
      <dsp:nvSpPr>
        <dsp:cNvPr id="0" name=""/>
        <dsp:cNvSpPr/>
      </dsp:nvSpPr>
      <dsp:spPr>
        <a:xfrm>
          <a:off x="6916912" y="241458"/>
          <a:ext cx="1340096" cy="1340096"/>
        </a:xfrm>
        <a:prstGeom prst="ellipse">
          <a:avLst/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0719" t="8955" r="10719" b="8955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ADF7F4-5888-4C7E-BBE7-50BC0F58DFD4}">
      <dsp:nvSpPr>
        <dsp:cNvPr id="0" name=""/>
        <dsp:cNvSpPr/>
      </dsp:nvSpPr>
      <dsp:spPr>
        <a:xfrm>
          <a:off x="8707040" y="0"/>
          <a:ext cx="2113359" cy="4024313"/>
        </a:xfrm>
        <a:prstGeom prst="roundRect">
          <a:avLst>
            <a:gd name="adj" fmla="val 1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/>
            <a:t>Military</a:t>
          </a:r>
          <a:endParaRPr lang="en-US" sz="2100" b="1" kern="1200" dirty="0"/>
        </a:p>
      </dsp:txBody>
      <dsp:txXfrm>
        <a:off x="8707040" y="1609725"/>
        <a:ext cx="2113359" cy="1609725"/>
      </dsp:txXfrm>
    </dsp:sp>
    <dsp:sp modelId="{FC2A2E42-B4A3-4FFF-88EB-8F8D014577AD}">
      <dsp:nvSpPr>
        <dsp:cNvPr id="0" name=""/>
        <dsp:cNvSpPr/>
      </dsp:nvSpPr>
      <dsp:spPr>
        <a:xfrm>
          <a:off x="9093672" y="241458"/>
          <a:ext cx="1340096" cy="1340096"/>
        </a:xfrm>
        <a:prstGeom prst="ellipse">
          <a:avLst/>
        </a:prstGeom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4008" t="12687" r="14008" b="12687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72CE3-E27A-4511-98E1-7C4FEEEBEB8B}">
      <dsp:nvSpPr>
        <dsp:cNvPr id="0" name=""/>
        <dsp:cNvSpPr/>
      </dsp:nvSpPr>
      <dsp:spPr>
        <a:xfrm>
          <a:off x="432815" y="3219450"/>
          <a:ext cx="9954768" cy="603646"/>
        </a:xfrm>
        <a:prstGeom prst="left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48520-193A-4D67-B645-1669A8F8128C}">
      <dsp:nvSpPr>
        <dsp:cNvPr id="0" name=""/>
        <dsp:cNvSpPr/>
      </dsp:nvSpPr>
      <dsp:spPr>
        <a:xfrm>
          <a:off x="6639" y="661362"/>
          <a:ext cx="2354397" cy="175750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95250" rIns="31750" bIns="3175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Airway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Train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Bus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Ship</a:t>
          </a:r>
          <a:endParaRPr lang="en-US" sz="2500" kern="1200" dirty="0"/>
        </a:p>
      </dsp:txBody>
      <dsp:txXfrm>
        <a:off x="47819" y="702542"/>
        <a:ext cx="2272037" cy="1716327"/>
      </dsp:txXfrm>
    </dsp:sp>
    <dsp:sp modelId="{ACBFB3B9-F31D-43B2-9391-42F5ECFE33B7}">
      <dsp:nvSpPr>
        <dsp:cNvPr id="0" name=""/>
        <dsp:cNvSpPr/>
      </dsp:nvSpPr>
      <dsp:spPr>
        <a:xfrm>
          <a:off x="6639" y="2418870"/>
          <a:ext cx="2354397" cy="7557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0" rIns="2286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Travel</a:t>
          </a:r>
          <a:endParaRPr lang="en-US" sz="1800" kern="1200" dirty="0"/>
        </a:p>
      </dsp:txBody>
      <dsp:txXfrm>
        <a:off x="6639" y="2418870"/>
        <a:ext cx="1658026" cy="755728"/>
      </dsp:txXfrm>
    </dsp:sp>
    <dsp:sp modelId="{08B805D6-2955-4DCD-8EB0-B3BEAD563D8F}">
      <dsp:nvSpPr>
        <dsp:cNvPr id="0" name=""/>
        <dsp:cNvSpPr/>
      </dsp:nvSpPr>
      <dsp:spPr>
        <a:xfrm>
          <a:off x="1545834" y="2372026"/>
          <a:ext cx="824039" cy="82403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E5A2F-23AF-4E95-9597-D67A5E9B3B37}">
      <dsp:nvSpPr>
        <dsp:cNvPr id="0" name=""/>
        <dsp:cNvSpPr/>
      </dsp:nvSpPr>
      <dsp:spPr>
        <a:xfrm>
          <a:off x="2759457" y="661362"/>
          <a:ext cx="2354397" cy="175750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95250" rIns="31750" bIns="3175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Rooms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Condos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Suites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500" kern="1200" dirty="0"/>
        </a:p>
      </dsp:txBody>
      <dsp:txXfrm>
        <a:off x="2800637" y="702542"/>
        <a:ext cx="2272037" cy="1716327"/>
      </dsp:txXfrm>
    </dsp:sp>
    <dsp:sp modelId="{550BE6B6-42C1-40BD-8BFD-F0355F0326BB}">
      <dsp:nvSpPr>
        <dsp:cNvPr id="0" name=""/>
        <dsp:cNvSpPr/>
      </dsp:nvSpPr>
      <dsp:spPr>
        <a:xfrm>
          <a:off x="2759457" y="2418870"/>
          <a:ext cx="2354397" cy="7557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0" rIns="2286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Hotel</a:t>
          </a:r>
          <a:endParaRPr lang="en-US" sz="1800" kern="1200" dirty="0"/>
        </a:p>
      </dsp:txBody>
      <dsp:txXfrm>
        <a:off x="2759457" y="2418870"/>
        <a:ext cx="1658026" cy="755728"/>
      </dsp:txXfrm>
    </dsp:sp>
    <dsp:sp modelId="{19C00407-801E-48EA-9544-35C30E2CFC6E}">
      <dsp:nvSpPr>
        <dsp:cNvPr id="0" name=""/>
        <dsp:cNvSpPr/>
      </dsp:nvSpPr>
      <dsp:spPr>
        <a:xfrm>
          <a:off x="4317193" y="2381297"/>
          <a:ext cx="824039" cy="824039"/>
        </a:xfrm>
        <a:prstGeom prst="ellipse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035" t="8035" r="8035" b="8035"/>
          </a:stretch>
        </a:blip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BA2141-E315-44BE-AB32-6EF32A3B0CD0}">
      <dsp:nvSpPr>
        <dsp:cNvPr id="0" name=""/>
        <dsp:cNvSpPr/>
      </dsp:nvSpPr>
      <dsp:spPr>
        <a:xfrm>
          <a:off x="5512275" y="661362"/>
          <a:ext cx="2354397" cy="175750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95250" rIns="31750" bIns="3175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Tables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Rooms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Entire restaurant</a:t>
          </a:r>
          <a:endParaRPr lang="en-US" sz="2500" kern="1200" dirty="0"/>
        </a:p>
      </dsp:txBody>
      <dsp:txXfrm>
        <a:off x="5553455" y="702542"/>
        <a:ext cx="2272037" cy="1716327"/>
      </dsp:txXfrm>
    </dsp:sp>
    <dsp:sp modelId="{F0412FAA-CABE-4298-9683-B523305A52CB}">
      <dsp:nvSpPr>
        <dsp:cNvPr id="0" name=""/>
        <dsp:cNvSpPr/>
      </dsp:nvSpPr>
      <dsp:spPr>
        <a:xfrm>
          <a:off x="5512275" y="2418870"/>
          <a:ext cx="2354397" cy="75572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0" rIns="2286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Restaurant</a:t>
          </a:r>
          <a:endParaRPr lang="en-US" sz="1800" kern="1200" dirty="0"/>
        </a:p>
      </dsp:txBody>
      <dsp:txXfrm>
        <a:off x="5512275" y="2418870"/>
        <a:ext cx="1658026" cy="755728"/>
      </dsp:txXfrm>
    </dsp:sp>
    <dsp:sp modelId="{E54D4430-D458-48FD-A364-4CB6630C8C9B}">
      <dsp:nvSpPr>
        <dsp:cNvPr id="0" name=""/>
        <dsp:cNvSpPr/>
      </dsp:nvSpPr>
      <dsp:spPr>
        <a:xfrm>
          <a:off x="7088560" y="2381288"/>
          <a:ext cx="824039" cy="82403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D0160-3E4D-4350-A0E4-87BF2EC7910D}">
      <dsp:nvSpPr>
        <dsp:cNvPr id="0" name=""/>
        <dsp:cNvSpPr/>
      </dsp:nvSpPr>
      <dsp:spPr>
        <a:xfrm>
          <a:off x="8265093" y="661362"/>
          <a:ext cx="2354397" cy="175750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95250" rIns="31750" bIns="3175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Movie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Stadium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Concert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500" kern="1200" dirty="0"/>
        </a:p>
      </dsp:txBody>
      <dsp:txXfrm>
        <a:off x="8306273" y="702542"/>
        <a:ext cx="2272037" cy="1716327"/>
      </dsp:txXfrm>
    </dsp:sp>
    <dsp:sp modelId="{7C5BA734-E135-4E85-804D-9CF8B92A11B9}">
      <dsp:nvSpPr>
        <dsp:cNvPr id="0" name=""/>
        <dsp:cNvSpPr/>
      </dsp:nvSpPr>
      <dsp:spPr>
        <a:xfrm>
          <a:off x="8265093" y="2418870"/>
          <a:ext cx="2354397" cy="7557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0" rIns="2286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Entertainment</a:t>
          </a:r>
          <a:endParaRPr lang="en-US" sz="1800" kern="1200" dirty="0"/>
        </a:p>
      </dsp:txBody>
      <dsp:txXfrm>
        <a:off x="8265093" y="2418870"/>
        <a:ext cx="1658026" cy="755728"/>
      </dsp:txXfrm>
    </dsp:sp>
    <dsp:sp modelId="{44AC3229-8580-4F83-92E3-50FC421BC72C}">
      <dsp:nvSpPr>
        <dsp:cNvPr id="0" name=""/>
        <dsp:cNvSpPr/>
      </dsp:nvSpPr>
      <dsp:spPr>
        <a:xfrm>
          <a:off x="9813558" y="2381297"/>
          <a:ext cx="824039" cy="824039"/>
        </a:xfrm>
        <a:prstGeom prst="ellipse">
          <a:avLst/>
        </a:prstGeom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815" b="3815"/>
          </a:stretch>
        </a:blip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3C0A4-7EB5-479B-9C70-510C74EC0C63}">
      <dsp:nvSpPr>
        <dsp:cNvPr id="0" name=""/>
        <dsp:cNvSpPr/>
      </dsp:nvSpPr>
      <dsp:spPr>
        <a:xfrm rot="16200000">
          <a:off x="-1244392" y="2095165"/>
          <a:ext cx="3138964" cy="518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7557" bIns="0" numCol="1" spcCol="1270" anchor="t" anchorCtr="0">
          <a:noAutofit/>
        </a:bodyPr>
        <a:lstStyle/>
        <a:p>
          <a:pPr lvl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Library</a:t>
          </a:r>
          <a:endParaRPr lang="en-US" sz="3700" kern="1200" dirty="0"/>
        </a:p>
      </dsp:txBody>
      <dsp:txXfrm>
        <a:off x="-1244392" y="2095165"/>
        <a:ext cx="3138964" cy="518804"/>
      </dsp:txXfrm>
    </dsp:sp>
    <dsp:sp modelId="{2B83DD1C-6302-45B8-A910-938FA7713EBF}">
      <dsp:nvSpPr>
        <dsp:cNvPr id="0" name=""/>
        <dsp:cNvSpPr/>
      </dsp:nvSpPr>
      <dsp:spPr>
        <a:xfrm>
          <a:off x="584492" y="785085"/>
          <a:ext cx="2584195" cy="31389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457557" rIns="14224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Books</a:t>
          </a:r>
          <a:endParaRPr lang="en-US" sz="2000" kern="1200" dirty="0"/>
        </a:p>
        <a:p>
          <a:pPr marL="228600" lvl="1" indent="-228600" algn="l" defTabSz="8890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Users</a:t>
          </a:r>
          <a:endParaRPr lang="en-US" sz="2000" kern="1200" dirty="0"/>
        </a:p>
        <a:p>
          <a:pPr marL="228600" lvl="1" indent="-228600" algn="l" defTabSz="8890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Usage</a:t>
          </a:r>
          <a:endParaRPr lang="en-US" sz="1800" kern="1200" dirty="0"/>
        </a:p>
      </dsp:txBody>
      <dsp:txXfrm>
        <a:off x="584492" y="785085"/>
        <a:ext cx="2584195" cy="3138964"/>
      </dsp:txXfrm>
    </dsp:sp>
    <dsp:sp modelId="{260D15C8-402D-4E42-BB5B-0B51188983D5}">
      <dsp:nvSpPr>
        <dsp:cNvPr id="0" name=""/>
        <dsp:cNvSpPr/>
      </dsp:nvSpPr>
      <dsp:spPr>
        <a:xfrm>
          <a:off x="2123089" y="813868"/>
          <a:ext cx="1037608" cy="1037608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429" t="5386" r="429" b="5386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147717-993D-4A41-9303-F1F0F1C92A00}">
      <dsp:nvSpPr>
        <dsp:cNvPr id="0" name=""/>
        <dsp:cNvSpPr/>
      </dsp:nvSpPr>
      <dsp:spPr>
        <a:xfrm rot="16200000">
          <a:off x="2548619" y="2095165"/>
          <a:ext cx="3138964" cy="518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7557" bIns="0" numCol="1" spcCol="1270" anchor="t" anchorCtr="0">
          <a:noAutofit/>
        </a:bodyPr>
        <a:lstStyle/>
        <a:p>
          <a:pPr lvl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Education</a:t>
          </a:r>
          <a:endParaRPr lang="en-US" sz="3700" kern="1200" dirty="0"/>
        </a:p>
      </dsp:txBody>
      <dsp:txXfrm>
        <a:off x="2548619" y="2095165"/>
        <a:ext cx="3138964" cy="518804"/>
      </dsp:txXfrm>
    </dsp:sp>
    <dsp:sp modelId="{12FFE34B-E518-415A-B32D-C78449466DA1}">
      <dsp:nvSpPr>
        <dsp:cNvPr id="0" name=""/>
        <dsp:cNvSpPr/>
      </dsp:nvSpPr>
      <dsp:spPr>
        <a:xfrm>
          <a:off x="4377504" y="785085"/>
          <a:ext cx="2584195" cy="3138964"/>
        </a:xfrm>
        <a:prstGeom prst="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57557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Students</a:t>
          </a:r>
          <a:endParaRPr lang="en-US" sz="1800" kern="1200" dirty="0"/>
        </a:p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Exams</a:t>
          </a:r>
          <a:endParaRPr lang="en-US" sz="1800" kern="1200" dirty="0"/>
        </a:p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Routines</a:t>
          </a:r>
          <a:endParaRPr lang="en-US" sz="1800" kern="1200" dirty="0"/>
        </a:p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Results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800" kern="1200" dirty="0"/>
        </a:p>
      </dsp:txBody>
      <dsp:txXfrm>
        <a:off x="4377504" y="785085"/>
        <a:ext cx="2584195" cy="3138964"/>
      </dsp:txXfrm>
    </dsp:sp>
    <dsp:sp modelId="{323F90B6-E1C2-4823-80B3-DFAE21EDD709}">
      <dsp:nvSpPr>
        <dsp:cNvPr id="0" name=""/>
        <dsp:cNvSpPr/>
      </dsp:nvSpPr>
      <dsp:spPr>
        <a:xfrm>
          <a:off x="5925367" y="786060"/>
          <a:ext cx="1037608" cy="1037608"/>
        </a:xfrm>
        <a:prstGeom prst="rect">
          <a:avLst/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5386" t="5386" r="5386" b="5386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04BE7-F352-44BF-931D-36BF7BBC91D8}">
      <dsp:nvSpPr>
        <dsp:cNvPr id="0" name=""/>
        <dsp:cNvSpPr/>
      </dsp:nvSpPr>
      <dsp:spPr>
        <a:xfrm rot="16200000">
          <a:off x="6341632" y="2095165"/>
          <a:ext cx="3138964" cy="518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7557" bIns="0" numCol="1" spcCol="1270" anchor="t" anchorCtr="0">
          <a:noAutofit/>
        </a:bodyPr>
        <a:lstStyle/>
        <a:p>
          <a:pPr lvl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Enterprise</a:t>
          </a:r>
          <a:endParaRPr lang="en-US" sz="3700" kern="1200" dirty="0"/>
        </a:p>
      </dsp:txBody>
      <dsp:txXfrm>
        <a:off x="6341632" y="2095165"/>
        <a:ext cx="3138964" cy="518804"/>
      </dsp:txXfrm>
    </dsp:sp>
    <dsp:sp modelId="{3F4A5FA7-D989-4BA7-9248-6534B8B608B3}">
      <dsp:nvSpPr>
        <dsp:cNvPr id="0" name=""/>
        <dsp:cNvSpPr/>
      </dsp:nvSpPr>
      <dsp:spPr>
        <a:xfrm>
          <a:off x="8170516" y="785085"/>
          <a:ext cx="2584195" cy="3138964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57557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Storage</a:t>
          </a:r>
          <a:endParaRPr lang="en-US" sz="1800" kern="1200" dirty="0"/>
        </a:p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Manufacturing</a:t>
          </a:r>
          <a:endParaRPr lang="en-US" sz="1800" kern="1200" dirty="0"/>
        </a:p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Delivery</a:t>
          </a:r>
          <a:endParaRPr lang="en-US" sz="1800" kern="1200" dirty="0"/>
        </a:p>
        <a:p>
          <a:pPr marL="171450" lvl="1" indent="-171450" algn="l" defTabSz="800100">
            <a:lnSpc>
              <a:spcPct val="2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Human Resource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800" kern="1200" dirty="0"/>
        </a:p>
      </dsp:txBody>
      <dsp:txXfrm>
        <a:off x="8170516" y="785085"/>
        <a:ext cx="2584195" cy="3138964"/>
      </dsp:txXfrm>
    </dsp:sp>
    <dsp:sp modelId="{77E255C1-8385-481B-8370-EDEDFA526227}">
      <dsp:nvSpPr>
        <dsp:cNvPr id="0" name=""/>
        <dsp:cNvSpPr/>
      </dsp:nvSpPr>
      <dsp:spPr>
        <a:xfrm>
          <a:off x="9699847" y="776794"/>
          <a:ext cx="1037608" cy="1037608"/>
        </a:xfrm>
        <a:prstGeom prst="rect">
          <a:avLst/>
        </a:prstGeom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5386" t="5386" r="5386" b="5386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25308-C203-4B65-B5B4-BAFDABF7462A}">
      <dsp:nvSpPr>
        <dsp:cNvPr id="0" name=""/>
        <dsp:cNvSpPr/>
      </dsp:nvSpPr>
      <dsp:spPr>
        <a:xfrm rot="5400000">
          <a:off x="-236795" y="238852"/>
          <a:ext cx="1578634" cy="110504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Banking</a:t>
          </a:r>
          <a:endParaRPr lang="en-US" sz="1400" kern="1200" dirty="0"/>
        </a:p>
      </dsp:txBody>
      <dsp:txXfrm rot="-5400000">
        <a:off x="0" y="554579"/>
        <a:ext cx="1105044" cy="473590"/>
      </dsp:txXfrm>
    </dsp:sp>
    <dsp:sp modelId="{C8F4BD42-5EAD-44D3-A4F3-26530AD79262}">
      <dsp:nvSpPr>
        <dsp:cNvPr id="0" name=""/>
        <dsp:cNvSpPr/>
      </dsp:nvSpPr>
      <dsp:spPr>
        <a:xfrm rot="5400000">
          <a:off x="2630265" y="-1523163"/>
          <a:ext cx="1026112" cy="4076555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Account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Transaction</a:t>
          </a:r>
          <a:endParaRPr lang="en-US" sz="1900" kern="1200" dirty="0"/>
        </a:p>
      </dsp:txBody>
      <dsp:txXfrm rot="-5400000">
        <a:off x="1105044" y="52149"/>
        <a:ext cx="4026464" cy="925930"/>
      </dsp:txXfrm>
    </dsp:sp>
    <dsp:sp modelId="{7CE8C646-14C7-4A2D-B612-B7F06D958199}">
      <dsp:nvSpPr>
        <dsp:cNvPr id="0" name=""/>
        <dsp:cNvSpPr/>
      </dsp:nvSpPr>
      <dsp:spPr>
        <a:xfrm rot="5400000">
          <a:off x="-236795" y="1623146"/>
          <a:ext cx="1578634" cy="110504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Ecommerce</a:t>
          </a:r>
          <a:endParaRPr lang="en-US" sz="1400" kern="1200" dirty="0"/>
        </a:p>
      </dsp:txBody>
      <dsp:txXfrm rot="-5400000">
        <a:off x="0" y="1938873"/>
        <a:ext cx="1105044" cy="473590"/>
      </dsp:txXfrm>
    </dsp:sp>
    <dsp:sp modelId="{47CA93B4-F238-483A-9EEB-377AAFB3BE53}">
      <dsp:nvSpPr>
        <dsp:cNvPr id="0" name=""/>
        <dsp:cNvSpPr/>
      </dsp:nvSpPr>
      <dsp:spPr>
        <a:xfrm rot="5400000">
          <a:off x="2630265" y="-138869"/>
          <a:ext cx="1026112" cy="4076555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Customer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Product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Business</a:t>
          </a:r>
          <a:endParaRPr lang="en-US" sz="1900" kern="1200" dirty="0"/>
        </a:p>
      </dsp:txBody>
      <dsp:txXfrm rot="-5400000">
        <a:off x="1105044" y="1436443"/>
        <a:ext cx="4026464" cy="925930"/>
      </dsp:txXfrm>
    </dsp:sp>
    <dsp:sp modelId="{598E56F7-C282-4F50-A728-ECA2135C48FB}">
      <dsp:nvSpPr>
        <dsp:cNvPr id="0" name=""/>
        <dsp:cNvSpPr/>
      </dsp:nvSpPr>
      <dsp:spPr>
        <a:xfrm rot="5400000">
          <a:off x="-236795" y="3007440"/>
          <a:ext cx="1578634" cy="110504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Stock Exchange</a:t>
          </a:r>
          <a:endParaRPr lang="en-US" sz="1400" kern="1200" dirty="0"/>
        </a:p>
      </dsp:txBody>
      <dsp:txXfrm rot="-5400000">
        <a:off x="0" y="3323167"/>
        <a:ext cx="1105044" cy="473590"/>
      </dsp:txXfrm>
    </dsp:sp>
    <dsp:sp modelId="{658DB6C2-B4CB-4C27-A77A-5A743DC962FB}">
      <dsp:nvSpPr>
        <dsp:cNvPr id="0" name=""/>
        <dsp:cNvSpPr/>
      </dsp:nvSpPr>
      <dsp:spPr>
        <a:xfrm rot="5400000">
          <a:off x="2630265" y="1245423"/>
          <a:ext cx="1026112" cy="4076555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Company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Company stock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Value change </a:t>
          </a:r>
          <a:endParaRPr lang="en-US" sz="1900" kern="1200" dirty="0"/>
        </a:p>
      </dsp:txBody>
      <dsp:txXfrm rot="-5400000">
        <a:off x="1105044" y="2820736"/>
        <a:ext cx="4026464" cy="9259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E5505-E313-42BB-9371-DB4BB4777086}">
      <dsp:nvSpPr>
        <dsp:cNvPr id="0" name=""/>
        <dsp:cNvSpPr/>
      </dsp:nvSpPr>
      <dsp:spPr>
        <a:xfrm>
          <a:off x="894344" y="1317778"/>
          <a:ext cx="1734281" cy="173436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Economy</a:t>
          </a:r>
          <a:endParaRPr lang="en-US" sz="2000" kern="1200" dirty="0"/>
        </a:p>
      </dsp:txBody>
      <dsp:txXfrm>
        <a:off x="1148324" y="1571770"/>
        <a:ext cx="1226321" cy="1226383"/>
      </dsp:txXfrm>
    </dsp:sp>
    <dsp:sp modelId="{330F0E4D-4BAD-4CE4-9507-997EEF509F19}">
      <dsp:nvSpPr>
        <dsp:cNvPr id="0" name=""/>
        <dsp:cNvSpPr/>
      </dsp:nvSpPr>
      <dsp:spPr>
        <a:xfrm>
          <a:off x="0" y="353471"/>
          <a:ext cx="3496025" cy="3644394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4EB81-0D9B-450B-9BC9-E518B2B2D30C}">
      <dsp:nvSpPr>
        <dsp:cNvPr id="0" name=""/>
        <dsp:cNvSpPr/>
      </dsp:nvSpPr>
      <dsp:spPr>
        <a:xfrm>
          <a:off x="2574218" y="660694"/>
          <a:ext cx="929060" cy="929320"/>
        </a:xfrm>
        <a:prstGeom prst="ellipse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784" t="4675" r="8784" b="4675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D17475-0676-4AC9-A9E2-20CBBF68011C}">
      <dsp:nvSpPr>
        <dsp:cNvPr id="0" name=""/>
        <dsp:cNvSpPr/>
      </dsp:nvSpPr>
      <dsp:spPr>
        <a:xfrm>
          <a:off x="3573749" y="675636"/>
          <a:ext cx="1243584" cy="899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10000"/>
            </a:spcAft>
          </a:pPr>
          <a:r>
            <a:rPr lang="en-US" sz="1500" kern="1200" dirty="0" smtClean="0"/>
            <a:t>Banking</a:t>
          </a:r>
          <a:endParaRPr lang="en-US" sz="1500" kern="1200" dirty="0"/>
        </a:p>
      </dsp:txBody>
      <dsp:txXfrm>
        <a:off x="3573749" y="675636"/>
        <a:ext cx="1243584" cy="899436"/>
      </dsp:txXfrm>
    </dsp:sp>
    <dsp:sp modelId="{A1E30464-149F-42FC-BEE9-7A8567E76A35}">
      <dsp:nvSpPr>
        <dsp:cNvPr id="0" name=""/>
        <dsp:cNvSpPr/>
      </dsp:nvSpPr>
      <dsp:spPr>
        <a:xfrm>
          <a:off x="2933303" y="1717933"/>
          <a:ext cx="929060" cy="929320"/>
        </a:xfrm>
        <a:prstGeom prst="ellipse">
          <a:avLst/>
        </a:prstGeom>
        <a:blipFill dpi="0" rotWithShape="1">
          <a:blip xmlns:r="http://schemas.openxmlformats.org/officeDocument/2006/relationships" r:embed="rId2" cstate="print">
            <a:duotone>
              <a:schemeClr val="accent6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6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702" r="-7702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AF009-94FE-4421-A94F-8FF05AB994F1}">
      <dsp:nvSpPr>
        <dsp:cNvPr id="0" name=""/>
        <dsp:cNvSpPr/>
      </dsp:nvSpPr>
      <dsp:spPr>
        <a:xfrm>
          <a:off x="3938016" y="1731052"/>
          <a:ext cx="1243584" cy="899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10000"/>
            </a:spcAft>
          </a:pPr>
          <a:r>
            <a:rPr lang="en-US" sz="1500" kern="1200" dirty="0" smtClean="0"/>
            <a:t>Ecommerce</a:t>
          </a:r>
          <a:endParaRPr lang="en-US" sz="1500" kern="1200" dirty="0"/>
        </a:p>
      </dsp:txBody>
      <dsp:txXfrm>
        <a:off x="3938016" y="1731052"/>
        <a:ext cx="1243584" cy="899436"/>
      </dsp:txXfrm>
    </dsp:sp>
    <dsp:sp modelId="{D83DC3D6-9DF7-4CA7-8189-09721DBB6884}">
      <dsp:nvSpPr>
        <dsp:cNvPr id="0" name=""/>
        <dsp:cNvSpPr/>
      </dsp:nvSpPr>
      <dsp:spPr>
        <a:xfrm>
          <a:off x="2574218" y="2790113"/>
          <a:ext cx="929060" cy="929320"/>
        </a:xfrm>
        <a:prstGeom prst="ellipse">
          <a:avLst/>
        </a:prstGeom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824" t="555" r="-11824" b="555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554E6F-6BC5-465D-AE32-D2CCAAB5DFEE}">
      <dsp:nvSpPr>
        <dsp:cNvPr id="0" name=""/>
        <dsp:cNvSpPr/>
      </dsp:nvSpPr>
      <dsp:spPr>
        <a:xfrm>
          <a:off x="3573749" y="2809064"/>
          <a:ext cx="1243584" cy="899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10000"/>
            </a:spcAft>
          </a:pPr>
          <a:r>
            <a:rPr lang="en-US" sz="1500" kern="1200" dirty="0" smtClean="0"/>
            <a:t>Stock Exchange</a:t>
          </a:r>
          <a:endParaRPr lang="en-US" sz="1500" kern="1200" dirty="0"/>
        </a:p>
      </dsp:txBody>
      <dsp:txXfrm>
        <a:off x="3573749" y="2809064"/>
        <a:ext cx="1243584" cy="8994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E97B0D-810D-4BE1-9337-A4B86554E9B2}">
      <dsp:nvSpPr>
        <dsp:cNvPr id="0" name=""/>
        <dsp:cNvSpPr/>
      </dsp:nvSpPr>
      <dsp:spPr>
        <a:xfrm rot="16200000">
          <a:off x="-1167928" y="2118398"/>
          <a:ext cx="3138964" cy="664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85621" bIns="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Social Media</a:t>
          </a:r>
          <a:endParaRPr lang="en-US" sz="2000" kern="1200" dirty="0"/>
        </a:p>
      </dsp:txBody>
      <dsp:txXfrm>
        <a:off x="-1167928" y="2118398"/>
        <a:ext cx="3138964" cy="664011"/>
      </dsp:txXfrm>
    </dsp:sp>
    <dsp:sp modelId="{8B5EEE08-94DF-4190-8A10-EE41577D778A}">
      <dsp:nvSpPr>
        <dsp:cNvPr id="0" name=""/>
        <dsp:cNvSpPr/>
      </dsp:nvSpPr>
      <dsp:spPr>
        <a:xfrm>
          <a:off x="733559" y="880922"/>
          <a:ext cx="4141960" cy="31389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0" tIns="585621" rIns="355600" bIns="355600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smtClean="0"/>
            <a:t>Connections</a:t>
          </a:r>
          <a:endParaRPr lang="en-US" sz="3900" kern="1200" dirty="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dirty="0" smtClean="0"/>
            <a:t>Uploads</a:t>
          </a:r>
          <a:endParaRPr lang="en-US" sz="3900" kern="1200" dirty="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dirty="0" smtClean="0"/>
            <a:t>Preferences</a:t>
          </a:r>
          <a:endParaRPr lang="en-US" sz="3900" kern="1200" dirty="0"/>
        </a:p>
      </dsp:txBody>
      <dsp:txXfrm>
        <a:off x="733559" y="880922"/>
        <a:ext cx="4141960" cy="3138964"/>
      </dsp:txXfrm>
    </dsp:sp>
    <dsp:sp modelId="{496EA69C-4C19-4E4D-A81E-A2C52A0FA853}">
      <dsp:nvSpPr>
        <dsp:cNvPr id="0" name=""/>
        <dsp:cNvSpPr/>
      </dsp:nvSpPr>
      <dsp:spPr>
        <a:xfrm>
          <a:off x="69548" y="4426"/>
          <a:ext cx="1328023" cy="1328023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4C81A-7EE2-4AAC-BB1F-4A4E71C36294}">
      <dsp:nvSpPr>
        <dsp:cNvPr id="0" name=""/>
        <dsp:cNvSpPr/>
      </dsp:nvSpPr>
      <dsp:spPr>
        <a:xfrm rot="16200000">
          <a:off x="4707403" y="2118398"/>
          <a:ext cx="3138964" cy="664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85621" bIns="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Telecommunication</a:t>
          </a:r>
          <a:endParaRPr lang="en-US" sz="2000" kern="1200" dirty="0"/>
        </a:p>
      </dsp:txBody>
      <dsp:txXfrm>
        <a:off x="4707403" y="2118398"/>
        <a:ext cx="3138964" cy="664011"/>
      </dsp:txXfrm>
    </dsp:sp>
    <dsp:sp modelId="{8FA1F186-5B01-4099-BFC5-D549BD8330CA}">
      <dsp:nvSpPr>
        <dsp:cNvPr id="0" name=""/>
        <dsp:cNvSpPr/>
      </dsp:nvSpPr>
      <dsp:spPr>
        <a:xfrm>
          <a:off x="6608891" y="880922"/>
          <a:ext cx="4141960" cy="3138964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0" tIns="585621" rIns="355600" bIns="355600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dirty="0" smtClean="0"/>
            <a:t>User</a:t>
          </a:r>
          <a:endParaRPr lang="en-US" sz="3900" kern="1200" dirty="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dirty="0" smtClean="0"/>
            <a:t>Usage</a:t>
          </a:r>
          <a:endParaRPr lang="en-US" sz="3900" kern="1200" dirty="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900" kern="1200" dirty="0" smtClean="0"/>
            <a:t>Billing</a:t>
          </a:r>
          <a:endParaRPr lang="en-US" sz="3900" kern="1200" dirty="0"/>
        </a:p>
      </dsp:txBody>
      <dsp:txXfrm>
        <a:off x="6608891" y="880922"/>
        <a:ext cx="4141960" cy="3138964"/>
      </dsp:txXfrm>
    </dsp:sp>
    <dsp:sp modelId="{62D03DD1-7525-4785-B6C4-BBFBD6DBB1D7}">
      <dsp:nvSpPr>
        <dsp:cNvPr id="0" name=""/>
        <dsp:cNvSpPr/>
      </dsp:nvSpPr>
      <dsp:spPr>
        <a:xfrm>
          <a:off x="5944879" y="4426"/>
          <a:ext cx="1328023" cy="1328023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77099-F9C0-4872-B5A6-5EADF032E2FC}">
      <dsp:nvSpPr>
        <dsp:cNvPr id="0" name=""/>
        <dsp:cNvSpPr/>
      </dsp:nvSpPr>
      <dsp:spPr>
        <a:xfrm>
          <a:off x="464939" y="3144"/>
          <a:ext cx="3090788" cy="18544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Soldiers</a:t>
          </a:r>
          <a:endParaRPr lang="en-US" sz="3300" kern="1200" dirty="0"/>
        </a:p>
      </dsp:txBody>
      <dsp:txXfrm>
        <a:off x="464939" y="3144"/>
        <a:ext cx="3090788" cy="1854472"/>
      </dsp:txXfrm>
    </dsp:sp>
    <dsp:sp modelId="{AE88A952-DFD7-486E-9668-C09C954D3DA1}">
      <dsp:nvSpPr>
        <dsp:cNvPr id="0" name=""/>
        <dsp:cNvSpPr/>
      </dsp:nvSpPr>
      <dsp:spPr>
        <a:xfrm>
          <a:off x="3864805" y="3144"/>
          <a:ext cx="3090788" cy="1854472"/>
        </a:xfrm>
        <a:prstGeom prst="rect">
          <a:avLst/>
        </a:prstGeom>
        <a:solidFill>
          <a:schemeClr val="accent4">
            <a:hueOff val="2079139"/>
            <a:satOff val="-9594"/>
            <a:lumOff val="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Resources</a:t>
          </a:r>
          <a:endParaRPr lang="en-US" sz="3300" kern="1200" dirty="0"/>
        </a:p>
      </dsp:txBody>
      <dsp:txXfrm>
        <a:off x="3864805" y="3144"/>
        <a:ext cx="3090788" cy="1854472"/>
      </dsp:txXfrm>
    </dsp:sp>
    <dsp:sp modelId="{42772457-EF1D-473C-A4E2-515CDAD76E9F}">
      <dsp:nvSpPr>
        <dsp:cNvPr id="0" name=""/>
        <dsp:cNvSpPr/>
      </dsp:nvSpPr>
      <dsp:spPr>
        <a:xfrm>
          <a:off x="7264672" y="3144"/>
          <a:ext cx="3090788" cy="1854472"/>
        </a:xfrm>
        <a:prstGeom prst="rect">
          <a:avLst/>
        </a:prstGeom>
        <a:solidFill>
          <a:schemeClr val="accent4">
            <a:hueOff val="4158277"/>
            <a:satOff val="-19187"/>
            <a:lumOff val="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Operations</a:t>
          </a:r>
          <a:endParaRPr lang="en-US" sz="3300" kern="1200" dirty="0"/>
        </a:p>
      </dsp:txBody>
      <dsp:txXfrm>
        <a:off x="7264672" y="3144"/>
        <a:ext cx="3090788" cy="1854472"/>
      </dsp:txXfrm>
    </dsp:sp>
    <dsp:sp modelId="{458306AB-1FF9-45AD-8BDC-93363479D54E}">
      <dsp:nvSpPr>
        <dsp:cNvPr id="0" name=""/>
        <dsp:cNvSpPr/>
      </dsp:nvSpPr>
      <dsp:spPr>
        <a:xfrm>
          <a:off x="464939" y="2166695"/>
          <a:ext cx="3090788" cy="1854472"/>
        </a:xfrm>
        <a:prstGeom prst="rect">
          <a:avLst/>
        </a:prstGeom>
        <a:solidFill>
          <a:schemeClr val="accent4">
            <a:hueOff val="6237415"/>
            <a:satOff val="-28781"/>
            <a:lumOff val="1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Defense</a:t>
          </a:r>
          <a:endParaRPr lang="en-US" sz="3300" kern="1200" dirty="0"/>
        </a:p>
      </dsp:txBody>
      <dsp:txXfrm>
        <a:off x="464939" y="2166695"/>
        <a:ext cx="3090788" cy="1854472"/>
      </dsp:txXfrm>
    </dsp:sp>
    <dsp:sp modelId="{3630D5FD-1D89-472A-9B9C-F681D6586655}">
      <dsp:nvSpPr>
        <dsp:cNvPr id="0" name=""/>
        <dsp:cNvSpPr/>
      </dsp:nvSpPr>
      <dsp:spPr>
        <a:xfrm>
          <a:off x="3864805" y="2166695"/>
          <a:ext cx="3090788" cy="1854472"/>
        </a:xfrm>
        <a:prstGeom prst="rect">
          <a:avLst/>
        </a:prstGeom>
        <a:solidFill>
          <a:schemeClr val="accent4">
            <a:hueOff val="8316554"/>
            <a:satOff val="-38374"/>
            <a:lumOff val="1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Intelligence</a:t>
          </a:r>
          <a:endParaRPr lang="en-US" sz="3300" kern="1200" dirty="0"/>
        </a:p>
      </dsp:txBody>
      <dsp:txXfrm>
        <a:off x="3864805" y="2166695"/>
        <a:ext cx="3090788" cy="1854472"/>
      </dsp:txXfrm>
    </dsp:sp>
    <dsp:sp modelId="{637005C2-4C34-469B-87A8-C264E750BE45}">
      <dsp:nvSpPr>
        <dsp:cNvPr id="0" name=""/>
        <dsp:cNvSpPr/>
      </dsp:nvSpPr>
      <dsp:spPr>
        <a:xfrm>
          <a:off x="7264672" y="2166695"/>
          <a:ext cx="3090788" cy="1854472"/>
        </a:xfrm>
        <a:prstGeom prst="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Development</a:t>
          </a:r>
          <a:endParaRPr lang="en-US" sz="3300" kern="1200" dirty="0"/>
        </a:p>
      </dsp:txBody>
      <dsp:txXfrm>
        <a:off x="7264672" y="2166695"/>
        <a:ext cx="3090788" cy="1854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7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70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3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2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8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2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1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91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9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9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49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2206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60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46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19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89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1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63EDA-68D3-4A04-AC83-DE5CB73D20C6}" type="datetimeFigureOut">
              <a:rPr lang="en-US" smtClean="0"/>
              <a:t>1/22/2018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D4437-523B-4B33-A093-5F375B48E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5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Database </a:t>
            </a:r>
            <a:r>
              <a:rPr lang="en-US" dirty="0" smtClean="0"/>
              <a:t>Management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8073" y="3628501"/>
            <a:ext cx="9448800" cy="1623540"/>
          </a:xfrm>
        </p:spPr>
        <p:txBody>
          <a:bodyPr>
            <a:noAutofit/>
          </a:bodyPr>
          <a:lstStyle/>
          <a:p>
            <a:pPr algn="ctr"/>
            <a:r>
              <a:rPr lang="en-US" sz="1800" dirty="0" smtClean="0"/>
              <a:t>By</a:t>
            </a:r>
          </a:p>
          <a:p>
            <a:pPr algn="ctr"/>
            <a:r>
              <a:rPr lang="en-US" sz="1800" dirty="0" err="1" smtClean="0"/>
              <a:t>Shakleen</a:t>
            </a:r>
            <a:r>
              <a:rPr lang="en-US" sz="1800" dirty="0" smtClean="0"/>
              <a:t> </a:t>
            </a:r>
            <a:r>
              <a:rPr lang="en-US" sz="1800" dirty="0" err="1" smtClean="0"/>
              <a:t>Ishfar</a:t>
            </a:r>
            <a:endParaRPr lang="en-US" sz="1800" dirty="0" smtClean="0"/>
          </a:p>
          <a:p>
            <a:pPr algn="ctr"/>
            <a:r>
              <a:rPr lang="en-US" sz="1800" dirty="0" smtClean="0"/>
              <a:t>Student ID: 160041029</a:t>
            </a:r>
          </a:p>
          <a:p>
            <a:pPr algn="ctr"/>
            <a:r>
              <a:rPr lang="en-US" sz="1800" dirty="0" smtClean="0"/>
              <a:t>Department: CSE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6711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153" y="540179"/>
            <a:ext cx="5651269" cy="1600200"/>
          </a:xfrm>
        </p:spPr>
        <p:txBody>
          <a:bodyPr/>
          <a:lstStyle/>
          <a:p>
            <a:r>
              <a:rPr lang="en-US" b="1" dirty="0" smtClean="0"/>
              <a:t>Data and Information</a:t>
            </a:r>
            <a:endParaRPr lang="en-US" b="1" dirty="0"/>
          </a:p>
        </p:txBody>
      </p:sp>
      <p:pic>
        <p:nvPicPr>
          <p:cNvPr id="6" name="Content Placeholder 5" descr="G:\CSE\656px-Data_types_-_en.svg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09168" y="737887"/>
            <a:ext cx="5255792" cy="54721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7153" y="2579888"/>
            <a:ext cx="4929646" cy="4278112"/>
          </a:xfrm>
        </p:spPr>
        <p:txBody>
          <a:bodyPr>
            <a:normAutofit/>
          </a:bodyPr>
          <a:lstStyle/>
          <a:p>
            <a:r>
              <a:rPr lang="en-US" sz="2400" b="1" dirty="0"/>
              <a:t>Data</a:t>
            </a:r>
            <a:r>
              <a:rPr lang="en-US" sz="1800" dirty="0"/>
              <a:t> </a:t>
            </a:r>
            <a:endParaRPr lang="en-US" sz="1800" dirty="0" smtClean="0"/>
          </a:p>
          <a:p>
            <a:pPr marL="342900" indent="-342900">
              <a:buAutoNum type="arabicPeriod"/>
            </a:pPr>
            <a:r>
              <a:rPr lang="en-US" sz="1800" dirty="0"/>
              <a:t>R</a:t>
            </a:r>
            <a:r>
              <a:rPr lang="en-US" sz="1800" dirty="0" smtClean="0"/>
              <a:t>aw</a:t>
            </a:r>
            <a:r>
              <a:rPr lang="en-US" sz="1800" dirty="0"/>
              <a:t>, unorganized facts </a:t>
            </a:r>
            <a:r>
              <a:rPr lang="en-US" sz="1800" dirty="0" smtClean="0"/>
              <a:t>needing </a:t>
            </a:r>
            <a:r>
              <a:rPr lang="en-US" sz="1800" dirty="0"/>
              <a:t>to be processed. </a:t>
            </a:r>
            <a:endParaRPr lang="en-US" sz="1800" dirty="0" smtClean="0"/>
          </a:p>
          <a:p>
            <a:pPr marL="342900" indent="-342900">
              <a:buAutoNum type="arabicPeriod"/>
            </a:pPr>
            <a:r>
              <a:rPr lang="en-US" sz="1800" dirty="0" smtClean="0"/>
              <a:t>Something </a:t>
            </a:r>
            <a:r>
              <a:rPr lang="en-US" sz="1800" dirty="0"/>
              <a:t>simple and seemingly random and useless until it is organized. </a:t>
            </a:r>
            <a:endParaRPr lang="en-US" sz="1800" dirty="0" smtClean="0"/>
          </a:p>
          <a:p>
            <a:r>
              <a:rPr lang="en-US" sz="2400" b="1" dirty="0" smtClean="0"/>
              <a:t>Information</a:t>
            </a:r>
            <a:endParaRPr lang="en-US" sz="1800" b="1" dirty="0" smtClean="0"/>
          </a:p>
          <a:p>
            <a:r>
              <a:rPr lang="en-US" sz="1800" b="1" dirty="0" smtClean="0"/>
              <a:t>Data</a:t>
            </a:r>
            <a:r>
              <a:rPr lang="en-US" sz="1800" dirty="0" smtClean="0"/>
              <a:t> processed</a:t>
            </a:r>
            <a:r>
              <a:rPr lang="en-US" sz="1800" dirty="0"/>
              <a:t>, organized, structured or presented in a given context so as to make it </a:t>
            </a:r>
            <a:r>
              <a:rPr lang="en-US" sz="1800" dirty="0" smtClean="0"/>
              <a:t>useful.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5404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23245"/>
            <a:ext cx="6873240" cy="1600200"/>
          </a:xfrm>
        </p:spPr>
        <p:txBody>
          <a:bodyPr/>
          <a:lstStyle/>
          <a:p>
            <a:r>
              <a:rPr lang="en-US" b="1" dirty="0" smtClean="0"/>
              <a:t>Database</a:t>
            </a:r>
            <a:endParaRPr lang="en-US" b="1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" r="1007"/>
          <a:stretch/>
        </p:blipFill>
        <p:spPr>
          <a:xfrm>
            <a:off x="5683879" y="2122690"/>
            <a:ext cx="5569446" cy="356616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998079" cy="309448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Organized collection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Contains </a:t>
            </a:r>
            <a:r>
              <a:rPr lang="en-US" sz="2000" dirty="0"/>
              <a:t>schemas, tables, queries, reports, views, and other </a:t>
            </a:r>
            <a:r>
              <a:rPr lang="en-US" sz="2000" dirty="0" smtClean="0"/>
              <a:t>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Accessible in various ways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77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14289"/>
            <a:ext cx="10820400" cy="1293028"/>
          </a:xfrm>
        </p:spPr>
        <p:txBody>
          <a:bodyPr/>
          <a:lstStyle/>
          <a:p>
            <a:r>
              <a:rPr lang="en-US" b="1" dirty="0" smtClean="0"/>
              <a:t>Database Management System (DBMS)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307317"/>
            <a:ext cx="5334000" cy="40241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dirty="0" smtClean="0"/>
              <a:t>Is a computer application</a:t>
            </a:r>
          </a:p>
          <a:p>
            <a:pPr>
              <a:lnSpc>
                <a:spcPct val="100000"/>
              </a:lnSpc>
            </a:pPr>
            <a:r>
              <a:rPr lang="en-US" sz="2200" dirty="0" smtClean="0"/>
              <a:t>Interacts with users, other applications and the database itself to capture and analyze data</a:t>
            </a:r>
          </a:p>
          <a:p>
            <a:pPr>
              <a:lnSpc>
                <a:spcPct val="100000"/>
              </a:lnSpc>
            </a:pPr>
            <a:r>
              <a:rPr lang="en-US" sz="2200" dirty="0" smtClean="0"/>
              <a:t>Allows </a:t>
            </a:r>
            <a:r>
              <a:rPr lang="en-US" sz="2200" dirty="0"/>
              <a:t>the definition, creation, querying, </a:t>
            </a:r>
            <a:r>
              <a:rPr lang="en-US" sz="2200" dirty="0" smtClean="0"/>
              <a:t>update </a:t>
            </a:r>
            <a:r>
              <a:rPr lang="en-US" sz="2200" dirty="0"/>
              <a:t>and administration of </a:t>
            </a:r>
            <a:r>
              <a:rPr lang="en-US" sz="2200" dirty="0" smtClean="0"/>
              <a:t>databases.</a:t>
            </a:r>
          </a:p>
          <a:p>
            <a:pPr>
              <a:lnSpc>
                <a:spcPct val="100000"/>
              </a:lnSpc>
            </a:pPr>
            <a:r>
              <a:rPr lang="en-US" sz="2200" dirty="0" smtClean="0"/>
              <a:t>Examples: Oracle, Microsoft SQL server etc.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32753"/>
            <a:ext cx="5334000" cy="3797528"/>
          </a:xfrm>
        </p:spPr>
      </p:pic>
    </p:spTree>
    <p:extLst>
      <p:ext uri="{BB962C8B-B14F-4D97-AF65-F5344CB8AC3E}">
        <p14:creationId xmlns:p14="http://schemas.microsoft.com/office/powerpoint/2010/main" val="183158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Application of DBMS</a:t>
            </a:r>
            <a:endParaRPr lang="en-US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8076750"/>
              </p:ext>
            </p:extLst>
          </p:nvPr>
        </p:nvGraphicFramePr>
        <p:xfrm>
          <a:off x="685800" y="2193925"/>
          <a:ext cx="10820400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856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Reservation System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2172339"/>
              </p:ext>
            </p:extLst>
          </p:nvPr>
        </p:nvGraphicFramePr>
        <p:xfrm>
          <a:off x="685800" y="2193925"/>
          <a:ext cx="10820400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327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Management</a:t>
            </a:r>
            <a:endParaRPr lang="en-US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2413874"/>
              </p:ext>
            </p:extLst>
          </p:nvPr>
        </p:nvGraphicFramePr>
        <p:xfrm>
          <a:off x="685800" y="2193925"/>
          <a:ext cx="10820400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584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Economy</a:t>
            </a:r>
            <a:endParaRPr lang="en-US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23389198"/>
              </p:ext>
            </p:extLst>
          </p:nvPr>
        </p:nvGraphicFramePr>
        <p:xfrm>
          <a:off x="5753100" y="205740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61910726"/>
              </p:ext>
            </p:extLst>
          </p:nvPr>
        </p:nvGraphicFramePr>
        <p:xfrm>
          <a:off x="0" y="168438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83227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Connectivity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9626126"/>
              </p:ext>
            </p:extLst>
          </p:nvPr>
        </p:nvGraphicFramePr>
        <p:xfrm>
          <a:off x="685800" y="2193925"/>
          <a:ext cx="10820400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249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Military</a:t>
            </a:r>
            <a:endParaRPr lang="en-US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581378"/>
              </p:ext>
            </p:extLst>
          </p:nvPr>
        </p:nvGraphicFramePr>
        <p:xfrm>
          <a:off x="685800" y="2193925"/>
          <a:ext cx="10820400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906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y First Blog Award - LIEBSTER ~ DEW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1"/>
            <a:ext cx="12192000" cy="6858181"/>
          </a:xfrm>
        </p:spPr>
      </p:pic>
    </p:spTree>
    <p:extLst>
      <p:ext uri="{BB962C8B-B14F-4D97-AF65-F5344CB8AC3E}">
        <p14:creationId xmlns:p14="http://schemas.microsoft.com/office/powerpoint/2010/main" val="295072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321</TotalTime>
  <Words>210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Database Management</vt:lpstr>
      <vt:lpstr>Data and Information</vt:lpstr>
      <vt:lpstr>Database</vt:lpstr>
      <vt:lpstr>Database Management System (DBMS)</vt:lpstr>
      <vt:lpstr>Application of DBMS</vt:lpstr>
      <vt:lpstr>Reservation System</vt:lpstr>
      <vt:lpstr>Management</vt:lpstr>
      <vt:lpstr>Economy</vt:lpstr>
      <vt:lpstr>Connectivity</vt:lpstr>
      <vt:lpstr>Military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</dc:title>
  <dc:creator>Windows User</dc:creator>
  <cp:lastModifiedBy>Windows User</cp:lastModifiedBy>
  <cp:revision>97</cp:revision>
  <dcterms:created xsi:type="dcterms:W3CDTF">2018-01-19T04:29:12Z</dcterms:created>
  <dcterms:modified xsi:type="dcterms:W3CDTF">2018-01-22T02:33:14Z</dcterms:modified>
</cp:coreProperties>
</file>