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2"/>
  </p:notesMasterIdLst>
  <p:sldIdLst>
    <p:sldId id="256" r:id="rId2"/>
    <p:sldId id="257" r:id="rId3"/>
    <p:sldId id="259" r:id="rId4"/>
    <p:sldId id="262" r:id="rId5"/>
    <p:sldId id="272" r:id="rId6"/>
    <p:sldId id="265" r:id="rId7"/>
    <p:sldId id="276" r:id="rId8"/>
    <p:sldId id="277" r:id="rId9"/>
    <p:sldId id="279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959E7-79FC-4C5E-A252-12556205F937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08BFB-7836-4DD6-8817-BDE54B985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4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E6DF-9D98-4BF6-A8EA-673757320F1A}" type="datetime1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7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CC560-7F73-427C-9EAA-8A0D960B6DF4}" type="datetime1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9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D2036-307F-4799-8603-CECC10064966}" type="datetime1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5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FC7A6-E3C9-440C-9375-2BA281E531C6}" type="datetime1">
              <a:rPr lang="en-US" smtClean="0"/>
              <a:t>2/1/2019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6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C46AA-3C9C-46A3-8DEA-8AB60E206C77}" type="datetime1">
              <a:rPr lang="en-US" smtClean="0"/>
              <a:t>2/1/2019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3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19A2-C2AF-4BD3-AFD9-E3E8861A89FD}" type="datetime1">
              <a:rPr lang="en-US" smtClean="0"/>
              <a:t>2/1/2019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74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1DB4-6819-4E2E-9834-C2ABDE5AC4DD}" type="datetime1">
              <a:rPr lang="en-US" smtClean="0"/>
              <a:t>2/1/2019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6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15CA-40BE-4256-A64E-F8C2509D3D5C}" type="datetime1">
              <a:rPr lang="en-US" smtClean="0"/>
              <a:t>2/1/2019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3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D052D-515F-4283-BD02-85180426289A}" type="datetime1">
              <a:rPr lang="en-US" smtClean="0"/>
              <a:t>2/1/2019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3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6BD3-6E4D-4888-82D1-75BA2D03A517}" type="datetime1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92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BEA-9D3D-4F4E-BE9E-DEEFFC9904D4}" type="datetime1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8337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700D-E5F5-4AE0-87AD-A261EABE6DC6}" type="datetime1">
              <a:rPr lang="en-US" smtClean="0"/>
              <a:t>2/1/2019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81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C45D-6D47-4964-8DB4-52777ADB8A8C}" type="datetime1">
              <a:rPr lang="en-US" smtClean="0"/>
              <a:t>2/1/2019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082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B833-7B91-4204-ADA4-08067CDC0281}" type="datetime1">
              <a:rPr lang="en-US" smtClean="0"/>
              <a:t>2/1/2019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27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06BFB-F6A9-4D83-B3A9-6E9D0A8BB0BA}" type="datetime1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4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CC9A-4D17-4468-BAF1-44A6A439058F}" type="datetime1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36766-5E78-4462-BF8D-BAB1F7AF45F6}" type="datetime1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0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3087" y="4281256"/>
            <a:ext cx="8915399" cy="869661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Project Idea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3087" y="5150917"/>
            <a:ext cx="7766936" cy="109689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  <a:cs typeface="Times New Roman" panose="02020603050405020304" pitchFamily="18" charset="0"/>
              </a:rPr>
              <a:t>CSE 4510 – Software Development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333087" y="3812884"/>
            <a:ext cx="7766936" cy="4683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>
                <a:cs typeface="Times New Roman" panose="02020603050405020304" pitchFamily="18" charset="0"/>
              </a:rPr>
              <a:t>Presentation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>
                <a:latin typeface="+mj-lt"/>
              </a:rPr>
              <a:t>1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256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Team Composition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264504"/>
              </p:ext>
            </p:extLst>
          </p:nvPr>
        </p:nvGraphicFramePr>
        <p:xfrm>
          <a:off x="2592925" y="3005271"/>
          <a:ext cx="8915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n-lt"/>
                          <a:cs typeface="Times New Roman" panose="02020603050405020304" pitchFamily="18" charset="0"/>
                        </a:rPr>
                        <a:t>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n-lt"/>
                          <a:cs typeface="Times New Roman" panose="02020603050405020304" pitchFamily="18" charset="0"/>
                        </a:rPr>
                        <a:t>Member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+mn-lt"/>
                          <a:cs typeface="Times New Roman" panose="02020603050405020304" pitchFamily="18" charset="0"/>
                        </a:rPr>
                        <a:t>Shakleen</a:t>
                      </a:r>
                      <a:r>
                        <a:rPr lang="en-US" sz="2800" dirty="0"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+mn-lt"/>
                          <a:cs typeface="Times New Roman" panose="02020603050405020304" pitchFamily="18" charset="0"/>
                        </a:rPr>
                        <a:t>Ishfar</a:t>
                      </a:r>
                      <a:endParaRPr lang="en-US" sz="28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n-lt"/>
                          <a:cs typeface="Times New Roman" panose="02020603050405020304" pitchFamily="18" charset="0"/>
                        </a:rPr>
                        <a:t>160041029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+mn-lt"/>
                          <a:cs typeface="Times New Roman" panose="02020603050405020304" pitchFamily="18" charset="0"/>
                        </a:rPr>
                        <a:t>Abir</a:t>
                      </a:r>
                      <a:r>
                        <a:rPr lang="en-US" sz="2800" dirty="0"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+mn-lt"/>
                          <a:cs typeface="Times New Roman" panose="02020603050405020304" pitchFamily="18" charset="0"/>
                        </a:rPr>
                        <a:t>Ahbab</a:t>
                      </a:r>
                      <a:endParaRPr lang="en-US" sz="28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n-lt"/>
                          <a:cs typeface="Times New Roman" panose="02020603050405020304" pitchFamily="18" charset="0"/>
                        </a:rPr>
                        <a:t>160041032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>
                <a:latin typeface="+mj-lt"/>
              </a:rPr>
              <a:t>2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1393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27068" y="2440490"/>
            <a:ext cx="8915399" cy="1468800"/>
          </a:xfrm>
        </p:spPr>
        <p:txBody>
          <a:bodyPr>
            <a:normAutofit/>
          </a:bodyPr>
          <a:lstStyle/>
          <a:p>
            <a:r>
              <a:rPr lang="en-US" sz="6600" dirty="0">
                <a:cs typeface="Times New Roman" panose="02020603050405020304" pitchFamily="18" charset="0"/>
              </a:rPr>
              <a:t>Project 1: Level Up!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B7421-AD02-4AFF-A0C9-4A5987ACD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7068" y="3911869"/>
            <a:ext cx="8915399" cy="860400"/>
          </a:xfrm>
        </p:spPr>
        <p:txBody>
          <a:bodyPr/>
          <a:lstStyle/>
          <a:p>
            <a:r>
              <a:rPr lang="en-US" dirty="0"/>
              <a:t>Mobile productivity application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2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B190-0AA3-42BE-A2C8-145385FF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F98B-9071-43E8-A2C6-32494E3D1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Measure benefits of a productive life-style through reward and penalty system.</a:t>
            </a:r>
          </a:p>
          <a:p>
            <a:pPr algn="just"/>
            <a:r>
              <a:rPr lang="en-US" dirty="0"/>
              <a:t>Measure productivity across 4 regions.</a:t>
            </a:r>
          </a:p>
          <a:p>
            <a:pPr lvl="1" algn="just"/>
            <a:r>
              <a:rPr lang="en-US" b="1" dirty="0"/>
              <a:t>Strength</a:t>
            </a:r>
            <a:r>
              <a:rPr lang="en-US" dirty="0"/>
              <a:t>: Track health activity.</a:t>
            </a:r>
          </a:p>
          <a:p>
            <a:pPr lvl="1" algn="just"/>
            <a:r>
              <a:rPr lang="en-US" b="1" dirty="0"/>
              <a:t>Wisdom</a:t>
            </a:r>
            <a:r>
              <a:rPr lang="en-US" dirty="0"/>
              <a:t>: Flash card study system.</a:t>
            </a:r>
          </a:p>
          <a:p>
            <a:pPr lvl="1" algn="just"/>
            <a:r>
              <a:rPr lang="en-US" b="1" dirty="0"/>
              <a:t>Resistance</a:t>
            </a:r>
            <a:r>
              <a:rPr lang="en-US" dirty="0"/>
              <a:t>: Refrain from bad habits.</a:t>
            </a:r>
          </a:p>
          <a:p>
            <a:pPr lvl="1" algn="just"/>
            <a:r>
              <a:rPr lang="en-US" b="1" dirty="0"/>
              <a:t>Perseverance</a:t>
            </a:r>
            <a:r>
              <a:rPr lang="en-US" dirty="0"/>
              <a:t>: Manage daily, weekly, monthly goals.</a:t>
            </a:r>
          </a:p>
          <a:p>
            <a:pPr algn="just"/>
            <a:r>
              <a:rPr lang="en-US" dirty="0"/>
              <a:t>Use stats earned through productive workload to play and advance in the built-in game.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F0BA1-D506-4995-8390-F21514C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7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38A0F-8A8B-4F22-935A-78C075D6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DC337-4561-45B2-901A-E9280F6E75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Dart/Flutter</a:t>
            </a:r>
          </a:p>
          <a:p>
            <a:r>
              <a:rPr lang="en-US" dirty="0"/>
              <a:t>Single code base</a:t>
            </a:r>
          </a:p>
          <a:p>
            <a:r>
              <a:rPr lang="en-US" dirty="0"/>
              <a:t>Native android and iOS support</a:t>
            </a:r>
            <a:endParaRPr lang="en-US" baseline="30000" dirty="0"/>
          </a:p>
          <a:p>
            <a:pPr marL="0" indent="0">
              <a:buNone/>
            </a:pPr>
            <a:r>
              <a:rPr lang="en-US" sz="2400" b="1" dirty="0"/>
              <a:t>Unity 5 Game Engine</a:t>
            </a:r>
            <a:endParaRPr lang="en-US" dirty="0"/>
          </a:p>
          <a:p>
            <a:r>
              <a:rPr lang="en-US" dirty="0"/>
              <a:t>Optimized for mobile platform.</a:t>
            </a:r>
          </a:p>
          <a:p>
            <a:r>
              <a:rPr lang="en-US" dirty="0"/>
              <a:t>Widely used.</a:t>
            </a:r>
          </a:p>
          <a:p>
            <a:pPr marL="0" indent="0">
              <a:buNone/>
            </a:pPr>
            <a:r>
              <a:rPr lang="en-US" sz="2400" b="1" dirty="0"/>
              <a:t>Blender</a:t>
            </a:r>
          </a:p>
          <a:p>
            <a:r>
              <a:rPr lang="en-US" dirty="0"/>
              <a:t>Open source. </a:t>
            </a:r>
          </a:p>
          <a:p>
            <a:r>
              <a:rPr lang="en-US" dirty="0"/>
              <a:t>Power 3D modeling software.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FD7086-B703-4259-A8CC-B9572BCDDC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301" y="1905000"/>
            <a:ext cx="2010817" cy="112605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BD948-36B2-4E38-BF33-FBF897B0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7F78EF-7156-4E6C-8395-21DD65CD12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301" y="3031058"/>
            <a:ext cx="2457551" cy="835567"/>
          </a:xfrm>
          <a:prstGeom prst="rect">
            <a:avLst/>
          </a:prstGeom>
        </p:spPr>
      </p:pic>
      <p:pic>
        <p:nvPicPr>
          <p:cNvPr id="8" name="Content Placeholder 10">
            <a:extLst>
              <a:ext uri="{FF2B5EF4-FFF2-40B4-BE49-F238E27FC236}">
                <a16:creationId xmlns:a16="http://schemas.microsoft.com/office/drawing/2014/main" id="{4E401379-CB59-404F-AE73-4A5E90DC2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301" y="4888833"/>
            <a:ext cx="2689138" cy="8602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B2F666-A5A9-46D1-90DC-AE785EAF35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301" y="3866625"/>
            <a:ext cx="2343947" cy="102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27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B015-8EBD-4231-A7B2-032BF99BA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Competitors	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FB58117C-9EB5-415C-BB89-6D50FF4B4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12714"/>
              </p:ext>
            </p:extLst>
          </p:nvPr>
        </p:nvGraphicFramePr>
        <p:xfrm>
          <a:off x="2589212" y="2027308"/>
          <a:ext cx="89154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685235513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457325094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995949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Habitica</a:t>
                      </a:r>
                      <a:r>
                        <a:rPr lang="en-US" sz="2400" dirty="0"/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Todoist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0934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14538-1174-43D0-8687-24B4EBAF5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6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461FDF-F258-4785-AA8A-F1813B036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350" y="2606817"/>
            <a:ext cx="2143125" cy="21431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921364-79FA-4CAC-BC20-B1427B7D1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060" y="2606817"/>
            <a:ext cx="2143125" cy="21431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7EBB13B-4AA8-44FB-9733-D15526974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40" y="260681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27068" y="2440490"/>
            <a:ext cx="8915399" cy="1468800"/>
          </a:xfrm>
        </p:spPr>
        <p:txBody>
          <a:bodyPr>
            <a:normAutofit/>
          </a:bodyPr>
          <a:lstStyle/>
          <a:p>
            <a:r>
              <a:rPr lang="en-US" sz="6600" dirty="0">
                <a:cs typeface="Times New Roman" panose="02020603050405020304" pitchFamily="18" charset="0"/>
              </a:rPr>
              <a:t>Project 2: Solve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B7421-AD02-4AFF-A0C9-4A5987ACD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7068" y="3911869"/>
            <a:ext cx="8915399" cy="860400"/>
          </a:xfrm>
        </p:spPr>
        <p:txBody>
          <a:bodyPr/>
          <a:lstStyle/>
          <a:p>
            <a:r>
              <a:rPr lang="en-US" dirty="0"/>
              <a:t>Mobile equation solver.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36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A7EF0-7CE3-42F7-B507-55BEC7A9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F69C0-F40C-4D49-BC97-145F7E596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Solve equations by using your smartphone camera.</a:t>
            </a:r>
          </a:p>
          <a:p>
            <a:r>
              <a:rPr lang="en-US" sz="2400" dirty="0"/>
              <a:t>Handwritten mode.</a:t>
            </a:r>
          </a:p>
          <a:p>
            <a:r>
              <a:rPr lang="en-US" sz="2400" dirty="0"/>
              <a:t>The more it is used, the better it gets at making out hand-writing.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75974-834F-4FAB-8BF3-ACF88D8B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74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38A0F-8A8B-4F22-935A-78C075D6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DC337-4561-45B2-901A-E9280F6E75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Dart/Flutter</a:t>
            </a:r>
            <a:endParaRPr lang="en-US" sz="2400" b="1" dirty="0"/>
          </a:p>
          <a:p>
            <a:r>
              <a:rPr lang="en-US" dirty="0"/>
              <a:t>Single code base</a:t>
            </a:r>
          </a:p>
          <a:p>
            <a:r>
              <a:rPr lang="en-US" dirty="0"/>
              <a:t>Native android and iOS support</a:t>
            </a:r>
            <a:endParaRPr lang="en-US" baseline="30000" dirty="0"/>
          </a:p>
          <a:p>
            <a:pPr marL="0" indent="0">
              <a:buNone/>
            </a:pPr>
            <a:r>
              <a:rPr lang="en-US" sz="2400" b="1" dirty="0"/>
              <a:t>Java</a:t>
            </a:r>
          </a:p>
          <a:p>
            <a:r>
              <a:rPr lang="en-US" dirty="0"/>
              <a:t>Versatile</a:t>
            </a:r>
          </a:p>
          <a:p>
            <a:r>
              <a:rPr lang="en-US" dirty="0"/>
              <a:t>Numerous machine learning libraries.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FD7086-B703-4259-A8CC-B9572BCDDC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301" y="1905000"/>
            <a:ext cx="2010817" cy="112605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BD948-36B2-4E38-BF33-FBF897B0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156" y="3553345"/>
            <a:ext cx="2638695" cy="17893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7F78EF-7156-4E6C-8395-21DD65CD12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301" y="3031058"/>
            <a:ext cx="2457551" cy="83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207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D931-B5A8-45D5-97F5-6B29775C1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371FE-B46B-4D55-90F2-425879994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068" y="2351315"/>
            <a:ext cx="8915400" cy="496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Calculator Pro			    </a:t>
            </a:r>
            <a:r>
              <a:rPr lang="en-US" sz="2000" dirty="0" err="1"/>
              <a:t>PhotoMath</a:t>
            </a:r>
            <a:r>
              <a:rPr lang="en-US" sz="2000" dirty="0"/>
              <a:t>				   Office Lens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E400A-BF0A-4A53-BEEB-1DDFD2C2F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635" y="2932346"/>
            <a:ext cx="2140246" cy="2151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12" y="2917146"/>
            <a:ext cx="2274472" cy="22744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299" y="2847703"/>
            <a:ext cx="2148834" cy="214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2048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1086</TotalTime>
  <Words>203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Wisp</vt:lpstr>
      <vt:lpstr>Project Idea</vt:lpstr>
      <vt:lpstr>Team Composition</vt:lpstr>
      <vt:lpstr>Project 1: Level Up!</vt:lpstr>
      <vt:lpstr>Main Idea</vt:lpstr>
      <vt:lpstr>Technologies</vt:lpstr>
      <vt:lpstr>Competitors </vt:lpstr>
      <vt:lpstr>Project 2: Solve it</vt:lpstr>
      <vt:lpstr>Main Idea</vt:lpstr>
      <vt:lpstr>Technologies</vt:lpstr>
      <vt:lpstr>Competitors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of existing systems in IUT</dc:title>
  <dc:creator>Ishrak Abedin</dc:creator>
  <cp:lastModifiedBy>Ishrak</cp:lastModifiedBy>
  <cp:revision>115</cp:revision>
  <dcterms:created xsi:type="dcterms:W3CDTF">2018-07-09T15:03:11Z</dcterms:created>
  <dcterms:modified xsi:type="dcterms:W3CDTF">2019-02-01T02:43:49Z</dcterms:modified>
</cp:coreProperties>
</file>