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8"/>
  </p:notesMasterIdLst>
  <p:sldIdLst>
    <p:sldId id="256" r:id="rId2"/>
    <p:sldId id="257" r:id="rId3"/>
    <p:sldId id="274" r:id="rId4"/>
    <p:sldId id="275" r:id="rId5"/>
    <p:sldId id="276" r:id="rId6"/>
    <p:sldId id="27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959E7-79FC-4C5E-A252-12556205F937}" type="datetimeFigureOut">
              <a:rPr lang="en-US" smtClean="0"/>
              <a:t>3/22/2019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A08BFB-7836-4DD6-8817-BDE54B985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41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E6DF-9D98-4BF6-A8EA-673757320F1A}" type="datetime1">
              <a:rPr lang="en-US" smtClean="0"/>
              <a:t>3/22/2019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75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CC560-7F73-427C-9EAA-8A0D960B6DF4}" type="datetime1">
              <a:rPr lang="en-US" smtClean="0"/>
              <a:t>3/22/2019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99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D2036-307F-4799-8603-CECC10064966}" type="datetime1">
              <a:rPr lang="en-US" smtClean="0"/>
              <a:t>3/22/2019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5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FC7A6-E3C9-440C-9375-2BA281E531C6}" type="datetime1">
              <a:rPr lang="en-US" smtClean="0"/>
              <a:t>3/22/2019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6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C46AA-3C9C-46A3-8DEA-8AB60E206C77}" type="datetime1">
              <a:rPr lang="en-US" smtClean="0"/>
              <a:t>3/22/2019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33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19A2-C2AF-4BD3-AFD9-E3E8861A89FD}" type="datetime1">
              <a:rPr lang="en-US" smtClean="0"/>
              <a:t>3/22/2019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74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1DB4-6819-4E2E-9834-C2ABDE5AC4DD}" type="datetime1">
              <a:rPr lang="en-US" smtClean="0"/>
              <a:t>3/22/2019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6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15CA-40BE-4256-A64E-F8C2509D3D5C}" type="datetime1">
              <a:rPr lang="en-US" smtClean="0"/>
              <a:t>3/22/2019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37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D052D-515F-4283-BD02-85180426289A}" type="datetime1">
              <a:rPr lang="en-US" smtClean="0"/>
              <a:t>3/22/2019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33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6BD3-6E4D-4888-82D1-75BA2D03A517}" type="datetime1">
              <a:rPr lang="en-US" smtClean="0"/>
              <a:t>3/22/2019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924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BEA-9D3D-4F4E-BE9E-DEEFFC9904D4}" type="datetime1">
              <a:rPr lang="en-US" smtClean="0"/>
              <a:t>3/22/2019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8337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700D-E5F5-4AE0-87AD-A261EABE6DC6}" type="datetime1">
              <a:rPr lang="en-US" smtClean="0"/>
              <a:t>3/22/2019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81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C45D-6D47-4964-8DB4-52777ADB8A8C}" type="datetime1">
              <a:rPr lang="en-US" smtClean="0"/>
              <a:t>3/22/2019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082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B833-7B91-4204-ADA4-08067CDC0281}" type="datetime1">
              <a:rPr lang="en-US" smtClean="0"/>
              <a:t>3/22/2019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27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06BFB-F6A9-4D83-B3A9-6E9D0A8BB0BA}" type="datetime1">
              <a:rPr lang="en-US" smtClean="0"/>
              <a:t>3/22/2019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4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CC9A-4D17-4468-BAF1-44A6A439058F}" type="datetime1">
              <a:rPr lang="en-US" smtClean="0"/>
              <a:t>3/22/2019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6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36766-5E78-4462-BF8D-BAB1F7AF45F6}" type="datetime1">
              <a:rPr lang="en-US" smtClean="0"/>
              <a:t>3/22/2019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07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3087" y="4281256"/>
            <a:ext cx="8915399" cy="869661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Objective and Requirements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3087" y="5150917"/>
            <a:ext cx="7766936" cy="109689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  <a:cs typeface="Times New Roman" panose="02020603050405020304" pitchFamily="18" charset="0"/>
              </a:rPr>
              <a:t>CSE 4510 – Software Development 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>
                <a:latin typeface="+mj-lt"/>
              </a:rPr>
              <a:t>1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82562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Team Composition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>
                <a:latin typeface="+mj-lt"/>
              </a:rPr>
              <a:t>2</a:t>
            </a:fld>
            <a:endParaRPr lang="en-US" dirty="0">
              <a:latin typeface="+mj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09F8E2-67E3-4CC9-BF41-7CFA71827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Shakleen</a:t>
            </a:r>
            <a:r>
              <a:rPr lang="en-US" sz="2000" dirty="0"/>
              <a:t> </a:t>
            </a:r>
            <a:r>
              <a:rPr lang="en-US" sz="2000" dirty="0" err="1"/>
              <a:t>ishfar</a:t>
            </a:r>
            <a:endParaRPr lang="en-US" sz="2000" dirty="0"/>
          </a:p>
          <a:p>
            <a:pPr lvl="1"/>
            <a:r>
              <a:rPr lang="en-US" sz="1800" dirty="0"/>
              <a:t>Student ID:160041029</a:t>
            </a:r>
          </a:p>
          <a:p>
            <a:r>
              <a:rPr lang="en-US" sz="2000" dirty="0" err="1"/>
              <a:t>Abir</a:t>
            </a:r>
            <a:r>
              <a:rPr lang="en-US" sz="2000" dirty="0"/>
              <a:t> </a:t>
            </a:r>
            <a:r>
              <a:rPr lang="en-US" sz="2000" dirty="0" err="1"/>
              <a:t>Ahbab</a:t>
            </a:r>
            <a:endParaRPr lang="en-US" sz="2000" dirty="0"/>
          </a:p>
          <a:p>
            <a:pPr lvl="1"/>
            <a:r>
              <a:rPr lang="en-US" sz="1800" dirty="0"/>
              <a:t>Student ID: 160041032</a:t>
            </a:r>
          </a:p>
          <a:p>
            <a:r>
              <a:rPr lang="en-US" sz="2000" dirty="0" err="1"/>
              <a:t>Istiaq</a:t>
            </a:r>
            <a:r>
              <a:rPr lang="en-US" sz="2000" dirty="0"/>
              <a:t> Ahmed</a:t>
            </a:r>
          </a:p>
          <a:p>
            <a:pPr lvl="1"/>
            <a:r>
              <a:rPr lang="en-US" sz="1800" dirty="0"/>
              <a:t>Student ID: 160041062</a:t>
            </a:r>
          </a:p>
        </p:txBody>
      </p:sp>
    </p:spTree>
    <p:extLst>
      <p:ext uri="{BB962C8B-B14F-4D97-AF65-F5344CB8AC3E}">
        <p14:creationId xmlns:p14="http://schemas.microsoft.com/office/powerpoint/2010/main" val="81393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B3BFC-C679-4A18-B766-F7EC22BEB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D79FB-B5CE-45A9-BF63-DA94AC84A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Provide users with useful tools to manage their daily lives.</a:t>
            </a:r>
          </a:p>
          <a:p>
            <a:pPr lvl="1"/>
            <a:r>
              <a:rPr lang="en-US" sz="1800" dirty="0"/>
              <a:t>4 types of activity tracking.</a:t>
            </a:r>
          </a:p>
          <a:p>
            <a:r>
              <a:rPr lang="en-US" sz="2000" dirty="0"/>
              <a:t>Motivate users to be productive through game.</a:t>
            </a:r>
          </a:p>
          <a:p>
            <a:pPr lvl="1"/>
            <a:r>
              <a:rPr lang="en-US" sz="2000" dirty="0"/>
              <a:t>Reward or penalize based on real world activity.</a:t>
            </a:r>
          </a:p>
          <a:p>
            <a:pPr lvl="1"/>
            <a:r>
              <a:rPr lang="en-US" sz="2000" dirty="0"/>
              <a:t>Affecting the progress of their game.</a:t>
            </a:r>
          </a:p>
          <a:p>
            <a:r>
              <a:rPr lang="en-US" sz="2200" dirty="0"/>
              <a:t>Integrate Google ecosystem.</a:t>
            </a:r>
          </a:p>
          <a:p>
            <a:pPr lvl="1"/>
            <a:r>
              <a:rPr lang="en-US" sz="2000" dirty="0"/>
              <a:t>Users are free to use the apps from google to get their job done.</a:t>
            </a:r>
          </a:p>
          <a:p>
            <a:pPr lvl="1"/>
            <a:r>
              <a:rPr lang="en-US" sz="2000" dirty="0"/>
              <a:t>Our app will sync data from the google ecosystem.</a:t>
            </a:r>
          </a:p>
          <a:p>
            <a:pPr lvl="1"/>
            <a:r>
              <a:rPr lang="en-US" sz="2000" dirty="0"/>
              <a:t>Activity in the google ecosystem will be reflected in app.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89087-3196-4F48-A962-E9AAAE3B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30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A4A42-8F12-4F04-97A0-091B0C1B8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Non-functional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AAD2C-91D2-4497-8EB9-A0EBC18CE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Simplistic UI</a:t>
            </a:r>
          </a:p>
          <a:p>
            <a:pPr lvl="1"/>
            <a:r>
              <a:rPr lang="en-US" dirty="0"/>
              <a:t>Easy navigation</a:t>
            </a:r>
          </a:p>
          <a:p>
            <a:pPr lvl="1"/>
            <a:r>
              <a:rPr lang="en-US" dirty="0"/>
              <a:t>Easily understand mechanism</a:t>
            </a:r>
          </a:p>
          <a:p>
            <a:pPr lvl="1"/>
            <a:r>
              <a:rPr lang="en-US" dirty="0"/>
              <a:t>Beautiful animations</a:t>
            </a:r>
          </a:p>
          <a:p>
            <a:r>
              <a:rPr lang="en-US" dirty="0"/>
              <a:t>Cross platform</a:t>
            </a:r>
          </a:p>
          <a:p>
            <a:pPr lvl="1"/>
            <a:r>
              <a:rPr lang="en-US" dirty="0"/>
              <a:t>Available to iOS and android. Future plans </a:t>
            </a:r>
            <a:r>
              <a:rPr lang="en-US"/>
              <a:t>to expand to Web and desktop.</a:t>
            </a:r>
            <a:endParaRPr lang="en-US" dirty="0"/>
          </a:p>
          <a:p>
            <a:pPr lvl="1"/>
            <a:r>
              <a:rPr lang="en-US" dirty="0"/>
              <a:t>Sync data and progress across connected devices</a:t>
            </a:r>
          </a:p>
          <a:p>
            <a:pPr lvl="1"/>
            <a:r>
              <a:rPr lang="en-US" dirty="0"/>
              <a:t>Available across a wide range of devices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D2D77-6116-422C-9365-69ADBCE1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06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E9EE-65FC-4AC1-BF28-5F5CF2EAA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Requirements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A02640A-DD7A-4B29-8553-9FA6705D3B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0688086"/>
              </p:ext>
            </p:extLst>
          </p:nvPr>
        </p:nvGraphicFramePr>
        <p:xfrm>
          <a:off x="2589213" y="2133600"/>
          <a:ext cx="8915400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7894">
                  <a:extLst>
                    <a:ext uri="{9D8B030D-6E8A-4147-A177-3AD203B41FA5}">
                      <a16:colId xmlns:a16="http://schemas.microsoft.com/office/drawing/2014/main" val="1865843625"/>
                    </a:ext>
                  </a:extLst>
                </a:gridCol>
                <a:gridCol w="6577506">
                  <a:extLst>
                    <a:ext uri="{9D8B030D-6E8A-4147-A177-3AD203B41FA5}">
                      <a16:colId xmlns:a16="http://schemas.microsoft.com/office/drawing/2014/main" val="1041423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Library/Framework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2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Flutter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UI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1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SQLite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Local data storage and retrieval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11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Firebase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User authentication via 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912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Google Services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Backup user app data to Google Drive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Sync fitness data tracked by Google Fit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Sync events and activities saved in Google Calendar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19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RxDart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Application architecture (Reactive programming)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121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Mokito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Unit and Component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14530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3A0A5-EC9E-4DE9-BDDB-703BF1E97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52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B70EF-3B06-4BDD-A557-AC6B33CF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7C4C7-1947-49D3-8CF3-207B103EA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22A0E-F459-4E6C-A6D5-2D5FF2CF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2058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1162</TotalTime>
  <Words>220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Gothic</vt:lpstr>
      <vt:lpstr>Wingdings 3</vt:lpstr>
      <vt:lpstr>Wisp</vt:lpstr>
      <vt:lpstr>Objective and Requirements</vt:lpstr>
      <vt:lpstr>Team Composition</vt:lpstr>
      <vt:lpstr>Functional Goals</vt:lpstr>
      <vt:lpstr>Non-functional Goals</vt:lpstr>
      <vt:lpstr>Technical Requirements</vt:lpstr>
      <vt:lpstr>Data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of existing systems in IUT</dc:title>
  <dc:creator>Ishrak Abedin</dc:creator>
  <cp:lastModifiedBy>Ishrak</cp:lastModifiedBy>
  <cp:revision>166</cp:revision>
  <dcterms:created xsi:type="dcterms:W3CDTF">2018-07-09T15:03:11Z</dcterms:created>
  <dcterms:modified xsi:type="dcterms:W3CDTF">2019-03-21T19:30:47Z</dcterms:modified>
</cp:coreProperties>
</file>