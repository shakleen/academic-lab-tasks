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9"/>
  </p:notesMasterIdLst>
  <p:sldIdLst>
    <p:sldId id="256" r:id="rId2"/>
    <p:sldId id="257" r:id="rId3"/>
    <p:sldId id="274" r:id="rId4"/>
    <p:sldId id="273" r:id="rId5"/>
    <p:sldId id="262" r:id="rId6"/>
    <p:sldId id="272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959E7-79FC-4C5E-A252-12556205F937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08BFB-7836-4DD6-8817-BDE54B985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E6DF-9D98-4BF6-A8EA-673757320F1A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7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CC560-7F73-427C-9EAA-8A0D960B6DF4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2036-307F-4799-8603-CECC10064966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C7A6-E3C9-440C-9375-2BA281E531C6}" type="datetime1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C46AA-3C9C-46A3-8DEA-8AB60E206C77}" type="datetime1">
              <a:rPr lang="en-US" smtClean="0"/>
              <a:t>3/14/2019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19A2-C2AF-4BD3-AFD9-E3E8861A89FD}" type="datetime1">
              <a:rPr lang="en-US" smtClean="0"/>
              <a:t>3/14/2019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1DB4-6819-4E2E-9834-C2ABDE5AC4DD}" type="datetime1">
              <a:rPr lang="en-US" smtClean="0"/>
              <a:t>3/14/2019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15CA-40BE-4256-A64E-F8C2509D3D5C}" type="datetime1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D052D-515F-4283-BD02-85180426289A}" type="datetime1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6BD3-6E4D-4888-82D1-75BA2D03A517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BEA-9D3D-4F4E-BE9E-DEEFFC9904D4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833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700D-E5F5-4AE0-87AD-A261EABE6DC6}" type="datetime1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1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C45D-6D47-4964-8DB4-52777ADB8A8C}" type="datetime1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82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B833-7B91-4204-ADA4-08067CDC0281}" type="datetime1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27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06BFB-F6A9-4D83-B3A9-6E9D0A8BB0BA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CC9A-4D17-4468-BAF1-44A6A439058F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6766-5E78-4462-BF8D-BAB1F7AF45F6}" type="datetime1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3087" y="4281256"/>
            <a:ext cx="8915399" cy="869661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Project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3087" y="5150917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CSE 4510 – Software Development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>
                <a:latin typeface="+mj-lt"/>
              </a:rPr>
              <a:t>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256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Team Composition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>
                <a:latin typeface="+mj-lt"/>
              </a:rPr>
              <a:t>2</a:t>
            </a:fld>
            <a:endParaRPr lang="en-US" dirty="0"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09F8E2-67E3-4CC9-BF41-7CFA7182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Shakleen</a:t>
            </a:r>
            <a:r>
              <a:rPr lang="en-US" sz="2000" dirty="0"/>
              <a:t> </a:t>
            </a:r>
            <a:r>
              <a:rPr lang="en-US" sz="2000" dirty="0" err="1"/>
              <a:t>ishfar</a:t>
            </a:r>
            <a:endParaRPr lang="en-US" sz="2000" dirty="0"/>
          </a:p>
          <a:p>
            <a:pPr lvl="1"/>
            <a:r>
              <a:rPr lang="en-US" sz="1800" dirty="0"/>
              <a:t>Student ID:160041029</a:t>
            </a:r>
          </a:p>
          <a:p>
            <a:pPr lvl="1"/>
            <a:r>
              <a:rPr lang="en-US" sz="1800" dirty="0"/>
              <a:t>Role: Team leader, backend developer and asset designer.</a:t>
            </a:r>
          </a:p>
          <a:p>
            <a:r>
              <a:rPr lang="en-US" sz="2000" dirty="0" err="1"/>
              <a:t>Abir</a:t>
            </a:r>
            <a:r>
              <a:rPr lang="en-US" sz="2000" dirty="0"/>
              <a:t> </a:t>
            </a:r>
            <a:r>
              <a:rPr lang="en-US" sz="2000" dirty="0" err="1"/>
              <a:t>Ahbab</a:t>
            </a:r>
            <a:endParaRPr lang="en-US" sz="2000" dirty="0"/>
          </a:p>
          <a:p>
            <a:pPr lvl="1"/>
            <a:r>
              <a:rPr lang="en-US" sz="1800" dirty="0"/>
              <a:t>Student ID: 160041032</a:t>
            </a:r>
          </a:p>
          <a:p>
            <a:pPr lvl="1"/>
            <a:r>
              <a:rPr lang="en-US" sz="1800" dirty="0"/>
              <a:t>Role: Game developer.</a:t>
            </a:r>
          </a:p>
          <a:p>
            <a:r>
              <a:rPr lang="en-US" sz="2000" dirty="0" err="1"/>
              <a:t>Istiaq</a:t>
            </a:r>
            <a:r>
              <a:rPr lang="en-US" sz="2000" dirty="0"/>
              <a:t> Ahmed</a:t>
            </a:r>
          </a:p>
          <a:p>
            <a:pPr lvl="1"/>
            <a:r>
              <a:rPr lang="en-US" sz="1800" dirty="0"/>
              <a:t>Student ID: 160041062</a:t>
            </a:r>
          </a:p>
          <a:p>
            <a:pPr lvl="1"/>
            <a:r>
              <a:rPr lang="en-US" sz="1800" dirty="0"/>
              <a:t>Role: Frontend developer and UI designer.</a:t>
            </a:r>
          </a:p>
        </p:txBody>
      </p:sp>
    </p:spTree>
    <p:extLst>
      <p:ext uri="{BB962C8B-B14F-4D97-AF65-F5344CB8AC3E}">
        <p14:creationId xmlns:p14="http://schemas.microsoft.com/office/powerpoint/2010/main" val="8139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3BFC-C679-4A18-B766-F7EC22BE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Addressed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D79FB-B5CE-45A9-BF63-DA94AC84A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Becoming productive is difficult in real life</a:t>
            </a:r>
          </a:p>
          <a:p>
            <a:r>
              <a:rPr lang="en-US" sz="2200" dirty="0"/>
              <a:t>Unstructured and unplanned life leads to procrastination</a:t>
            </a:r>
          </a:p>
          <a:p>
            <a:r>
              <a:rPr lang="en-US" sz="2200" dirty="0"/>
              <a:t>Difficult to track various types of productivity</a:t>
            </a:r>
          </a:p>
          <a:p>
            <a:r>
              <a:rPr lang="en-US" sz="2200" dirty="0"/>
              <a:t>Existing solutions</a:t>
            </a:r>
          </a:p>
          <a:p>
            <a:pPr lvl="1"/>
            <a:r>
              <a:rPr lang="en-US" sz="2000" dirty="0"/>
              <a:t>Confusing and overwhelming mechanism</a:t>
            </a:r>
          </a:p>
          <a:p>
            <a:pPr lvl="1"/>
            <a:r>
              <a:rPr lang="en-US" sz="2000" dirty="0"/>
              <a:t>Aren’t motivating enough</a:t>
            </a:r>
          </a:p>
          <a:p>
            <a:pPr lvl="1"/>
            <a:r>
              <a:rPr lang="en-US" sz="2000" dirty="0"/>
              <a:t>Most apps aren’t cross platform</a:t>
            </a:r>
          </a:p>
          <a:p>
            <a:pPr lvl="1"/>
            <a:endParaRPr lang="en-US" sz="20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89087-3196-4F48-A962-E9AAAE3B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3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617B-EDCC-4A0B-AD7F-4C38F0F8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Project Scarlet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50F1-437A-44BE-8781-BA0069BE6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Integrate suite of useful productivity tools</a:t>
            </a:r>
          </a:p>
          <a:p>
            <a:r>
              <a:rPr lang="en-US" sz="2400" dirty="0"/>
              <a:t>Motivate users through game</a:t>
            </a:r>
          </a:p>
          <a:p>
            <a:r>
              <a:rPr lang="en-US" sz="2400" dirty="0"/>
              <a:t>Keep mechanism simple</a:t>
            </a:r>
          </a:p>
          <a:p>
            <a:r>
              <a:rPr lang="en-US" sz="2400" dirty="0"/>
              <a:t>Beautiful and responsive UI</a:t>
            </a:r>
          </a:p>
          <a:p>
            <a:r>
              <a:rPr lang="en-US" sz="2400" dirty="0"/>
              <a:t>Cross platform</a:t>
            </a:r>
          </a:p>
          <a:p>
            <a:pPr lvl="1"/>
            <a:r>
              <a:rPr lang="en-US" sz="2200" dirty="0"/>
              <a:t>Primary release to both iOS and android platform</a:t>
            </a:r>
          </a:p>
          <a:p>
            <a:pPr lvl="1"/>
            <a:r>
              <a:rPr lang="en-US" sz="2200" dirty="0"/>
              <a:t>Planned release to desktop and web</a:t>
            </a:r>
          </a:p>
          <a:p>
            <a:r>
              <a:rPr lang="en-US" sz="2400" dirty="0"/>
              <a:t>Sync activity between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79D55-B9B5-489D-A280-6D2C78A6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9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B190-0AA3-42BE-A2C8-145385FF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</a:t>
            </a:r>
            <a:r>
              <a:rPr lang="en-US" dirty="0"/>
              <a:t>Idea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F98B-9071-43E8-A2C6-32494E3D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Become more productive through reward and penalty system.</a:t>
            </a:r>
          </a:p>
          <a:p>
            <a:pPr algn="just"/>
            <a:r>
              <a:rPr lang="en-US" sz="2000" dirty="0"/>
              <a:t>Improve 4 sides of your character</a:t>
            </a:r>
          </a:p>
          <a:p>
            <a:pPr lvl="1" algn="just"/>
            <a:r>
              <a:rPr lang="en-US" sz="1800" b="1" dirty="0"/>
              <a:t>Strength</a:t>
            </a:r>
            <a:r>
              <a:rPr lang="en-US" sz="1800" dirty="0"/>
              <a:t>: Track exercise and workouts. Set goals.</a:t>
            </a:r>
          </a:p>
          <a:p>
            <a:pPr lvl="1" algn="just"/>
            <a:r>
              <a:rPr lang="en-US" sz="1800" b="1" dirty="0"/>
              <a:t>Wisdom</a:t>
            </a:r>
            <a:r>
              <a:rPr lang="en-US" sz="1800" dirty="0"/>
              <a:t>: Study using flash card system.</a:t>
            </a:r>
          </a:p>
          <a:p>
            <a:pPr lvl="1" algn="just"/>
            <a:r>
              <a:rPr lang="en-US" sz="1800" b="1" dirty="0"/>
              <a:t>Resistance</a:t>
            </a:r>
            <a:r>
              <a:rPr lang="en-US" sz="1800" dirty="0"/>
              <a:t>: Set app usage times.</a:t>
            </a:r>
          </a:p>
          <a:p>
            <a:pPr lvl="1" algn="just"/>
            <a:r>
              <a:rPr lang="en-US" sz="1800" b="1" dirty="0"/>
              <a:t>Perseverance</a:t>
            </a:r>
            <a:r>
              <a:rPr lang="en-US" sz="1800" dirty="0"/>
              <a:t>: Plan tasks and set reminders.</a:t>
            </a:r>
          </a:p>
          <a:p>
            <a:pPr algn="just"/>
            <a:r>
              <a:rPr lang="en-US" dirty="0"/>
              <a:t>Built-in tower defense game</a:t>
            </a:r>
          </a:p>
          <a:p>
            <a:pPr algn="just"/>
            <a:r>
              <a:rPr lang="en-US" dirty="0"/>
              <a:t>Use points earned through productive workload to fortify tower</a:t>
            </a:r>
          </a:p>
          <a:p>
            <a:pPr algn="just"/>
            <a:r>
              <a:rPr lang="en-US" dirty="0"/>
              <a:t>High score is max number of waves survived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F0BA1-D506-4995-8390-F21514C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8A0F-8A8B-4F22-935A-78C075D6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C337-4561-45B2-901A-E9280F6E75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Mobile app development</a:t>
            </a:r>
          </a:p>
          <a:p>
            <a:pPr lvl="1"/>
            <a:r>
              <a:rPr lang="en-US" dirty="0"/>
              <a:t>Flutter framework</a:t>
            </a:r>
          </a:p>
          <a:p>
            <a:pPr lvl="1"/>
            <a:r>
              <a:rPr lang="en-US" dirty="0"/>
              <a:t>Dart Programming Language</a:t>
            </a:r>
          </a:p>
          <a:p>
            <a:pPr lvl="1"/>
            <a:r>
              <a:rPr lang="en-US" dirty="0"/>
              <a:t>Platform specific codes written in Kotlin or Swift</a:t>
            </a:r>
          </a:p>
          <a:p>
            <a:r>
              <a:rPr lang="en-US" dirty="0"/>
              <a:t>Game development</a:t>
            </a:r>
          </a:p>
          <a:p>
            <a:pPr lvl="1"/>
            <a:r>
              <a:rPr lang="en-US" dirty="0"/>
              <a:t>Unity Game Engine</a:t>
            </a:r>
          </a:p>
          <a:p>
            <a:r>
              <a:rPr lang="en-US" dirty="0"/>
              <a:t>Asset designing</a:t>
            </a:r>
          </a:p>
          <a:p>
            <a:pPr lvl="1"/>
            <a:r>
              <a:rPr lang="en-US" dirty="0"/>
              <a:t>Blender</a:t>
            </a:r>
          </a:p>
          <a:p>
            <a:pPr lvl="1"/>
            <a:r>
              <a:rPr lang="en-US" dirty="0"/>
              <a:t>Adobe Photoshop CC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FD7086-B703-4259-A8CC-B9572BCDDC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165" y="2800152"/>
            <a:ext cx="2010817" cy="112605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BD948-36B2-4E38-BF33-FBF897B0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F78EF-7156-4E6C-8395-21DD65CD1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165" y="1917262"/>
            <a:ext cx="2596736" cy="882890"/>
          </a:xfrm>
          <a:prstGeom prst="rect">
            <a:avLst/>
          </a:prstGeom>
        </p:spPr>
      </p:pic>
      <p:pic>
        <p:nvPicPr>
          <p:cNvPr id="8" name="Content Placeholder 10">
            <a:extLst>
              <a:ext uri="{FF2B5EF4-FFF2-40B4-BE49-F238E27FC236}">
                <a16:creationId xmlns:a16="http://schemas.microsoft.com/office/drawing/2014/main" id="{4E401379-CB59-404F-AE73-4A5E90DC2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763" y="4768266"/>
            <a:ext cx="2689138" cy="8602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B2F666-A5A9-46D1-90DC-AE785EAF3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275" y="3746058"/>
            <a:ext cx="2343947" cy="102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2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B015-8EBD-4231-A7B2-032BF99B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	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FB58117C-9EB5-415C-BB89-6D50FF4B4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12714"/>
              </p:ext>
            </p:extLst>
          </p:nvPr>
        </p:nvGraphicFramePr>
        <p:xfrm>
          <a:off x="2589212" y="2027308"/>
          <a:ext cx="89154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68523551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5732509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995949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Habitica</a:t>
                      </a:r>
                      <a:r>
                        <a:rPr lang="en-US" sz="2400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Todoist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093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4538-1174-43D0-8687-24B4EBAF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7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461FDF-F258-4785-AA8A-F1813B036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350" y="2606817"/>
            <a:ext cx="2143125" cy="21431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921364-79FA-4CAC-BC20-B1427B7D1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060" y="2606817"/>
            <a:ext cx="2143125" cy="2143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7EBB13B-4AA8-44FB-9733-D15526974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40" y="260681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07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1131</TotalTime>
  <Words>242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Wisp</vt:lpstr>
      <vt:lpstr>Project Proposal</vt:lpstr>
      <vt:lpstr>Team Composition</vt:lpstr>
      <vt:lpstr>Addressed Problem</vt:lpstr>
      <vt:lpstr>Solution: Project Scarlet</vt:lpstr>
      <vt:lpstr>Project Idea </vt:lpstr>
      <vt:lpstr>Technical Requirements</vt:lpstr>
      <vt:lpstr>Competitors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existing systems in IUT</dc:title>
  <dc:creator>Ishrak Abedin</dc:creator>
  <cp:lastModifiedBy>Ishrak</cp:lastModifiedBy>
  <cp:revision>153</cp:revision>
  <dcterms:created xsi:type="dcterms:W3CDTF">2018-07-09T15:03:11Z</dcterms:created>
  <dcterms:modified xsi:type="dcterms:W3CDTF">2019-03-13T22:33:40Z</dcterms:modified>
</cp:coreProperties>
</file>